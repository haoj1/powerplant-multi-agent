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5" r:id="rId21"/>
    <p:sldId id="286" r:id="rId22"/>
    <p:sldId id="287" r:id="rId23"/>
    <p:sldId id="288" r:id="rId24"/>
    <p:sldId id="289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3" r:id="rId33"/>
    <p:sldId id="28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3"/>
  </p:normalViewPr>
  <p:slideViewPr>
    <p:cSldViewPr snapToGrid="0" snapToObjects="1">
      <p:cViewPr varScale="1">
        <p:scale>
          <a:sx n="108" d="100"/>
          <a:sy n="108" d="100"/>
        </p:scale>
        <p:origin x="4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3A681-5AAD-45CD-A61B-6A77E0F264B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523873D-A815-420F-A3DE-632ABBBFDC75}">
      <dgm:prSet/>
      <dgm:spPr/>
      <dgm:t>
        <a:bodyPr/>
        <a:lstStyle/>
        <a:p>
          <a:pPr>
            <a:defRPr cap="all"/>
          </a:pPr>
          <a:r>
            <a:rPr lang="en-US"/>
            <a:t>1. Why This Project?</a:t>
          </a:r>
        </a:p>
      </dgm:t>
    </dgm:pt>
    <dgm:pt modelId="{FBDFFC09-9D7A-47E2-9410-F2155A36BEE6}" type="parTrans" cxnId="{D053B3E4-B97C-415B-A2A3-ECC1DE892D01}">
      <dgm:prSet/>
      <dgm:spPr/>
      <dgm:t>
        <a:bodyPr/>
        <a:lstStyle/>
        <a:p>
          <a:endParaRPr lang="en-US"/>
        </a:p>
      </dgm:t>
    </dgm:pt>
    <dgm:pt modelId="{CD27BF93-9832-40D2-9006-4C0E8BB16585}" type="sibTrans" cxnId="{D053B3E4-B97C-415B-A2A3-ECC1DE892D01}">
      <dgm:prSet/>
      <dgm:spPr/>
      <dgm:t>
        <a:bodyPr/>
        <a:lstStyle/>
        <a:p>
          <a:endParaRPr lang="en-US"/>
        </a:p>
      </dgm:t>
    </dgm:pt>
    <dgm:pt modelId="{44F3BEC7-DA10-4126-AC63-236E68FF8709}">
      <dgm:prSet/>
      <dgm:spPr/>
      <dgm:t>
        <a:bodyPr/>
        <a:lstStyle/>
        <a:p>
          <a:pPr>
            <a:defRPr cap="all"/>
          </a:pPr>
          <a:r>
            <a:rPr lang="en-US"/>
            <a:t>2. Importance &amp; Motivation</a:t>
          </a:r>
        </a:p>
      </dgm:t>
    </dgm:pt>
    <dgm:pt modelId="{BC7175EE-CA6B-4281-93F0-FDC8A10630DA}" type="parTrans" cxnId="{62420CDF-47B1-45A0-8CA1-D20BB89F6AB0}">
      <dgm:prSet/>
      <dgm:spPr/>
      <dgm:t>
        <a:bodyPr/>
        <a:lstStyle/>
        <a:p>
          <a:endParaRPr lang="en-US"/>
        </a:p>
      </dgm:t>
    </dgm:pt>
    <dgm:pt modelId="{522A8A9F-4FE5-48B3-A9EA-015FA4BD412C}" type="sibTrans" cxnId="{62420CDF-47B1-45A0-8CA1-D20BB89F6AB0}">
      <dgm:prSet/>
      <dgm:spPr/>
      <dgm:t>
        <a:bodyPr/>
        <a:lstStyle/>
        <a:p>
          <a:endParaRPr lang="en-US"/>
        </a:p>
      </dgm:t>
    </dgm:pt>
    <dgm:pt modelId="{C64BAF8E-E3DC-4722-921B-648F828BB06F}">
      <dgm:prSet/>
      <dgm:spPr/>
      <dgm:t>
        <a:bodyPr/>
        <a:lstStyle/>
        <a:p>
          <a:pPr>
            <a:defRPr cap="all"/>
          </a:pPr>
          <a:r>
            <a:rPr lang="en-US"/>
            <a:t>3. Problems We Solve</a:t>
          </a:r>
        </a:p>
      </dgm:t>
    </dgm:pt>
    <dgm:pt modelId="{2FF0DA18-BBC1-4A31-BC15-9239AEF6D201}" type="parTrans" cxnId="{459BDB8E-206C-441B-B3D2-B72FC4F5BA49}">
      <dgm:prSet/>
      <dgm:spPr/>
      <dgm:t>
        <a:bodyPr/>
        <a:lstStyle/>
        <a:p>
          <a:endParaRPr lang="en-US"/>
        </a:p>
      </dgm:t>
    </dgm:pt>
    <dgm:pt modelId="{9083EA50-F1A5-4ADE-A462-4EB859BDD274}" type="sibTrans" cxnId="{459BDB8E-206C-441B-B3D2-B72FC4F5BA49}">
      <dgm:prSet/>
      <dgm:spPr/>
      <dgm:t>
        <a:bodyPr/>
        <a:lstStyle/>
        <a:p>
          <a:endParaRPr lang="en-US"/>
        </a:p>
      </dgm:t>
    </dgm:pt>
    <dgm:pt modelId="{D1002D2C-7F1E-4D74-8FCA-BD1990352E9F}">
      <dgm:prSet/>
      <dgm:spPr/>
      <dgm:t>
        <a:bodyPr/>
        <a:lstStyle/>
        <a:p>
          <a:pPr>
            <a:defRPr cap="all"/>
          </a:pPr>
          <a:r>
            <a:rPr lang="en-US"/>
            <a:t>4. System Architecture</a:t>
          </a:r>
        </a:p>
      </dgm:t>
    </dgm:pt>
    <dgm:pt modelId="{7B56CA56-4970-4A50-BB4C-100AF32A31C3}" type="parTrans" cxnId="{D375D540-A133-44EE-B425-92BE091D7C5C}">
      <dgm:prSet/>
      <dgm:spPr/>
      <dgm:t>
        <a:bodyPr/>
        <a:lstStyle/>
        <a:p>
          <a:endParaRPr lang="en-US"/>
        </a:p>
      </dgm:t>
    </dgm:pt>
    <dgm:pt modelId="{7DFE35CD-311E-4221-A131-0CFE358B07BF}" type="sibTrans" cxnId="{D375D540-A133-44EE-B425-92BE091D7C5C}">
      <dgm:prSet/>
      <dgm:spPr/>
      <dgm:t>
        <a:bodyPr/>
        <a:lstStyle/>
        <a:p>
          <a:endParaRPr lang="en-US"/>
        </a:p>
      </dgm:t>
    </dgm:pt>
    <dgm:pt modelId="{39D3660B-9A3F-4AA9-90CA-CF817CE53CEC}">
      <dgm:prSet/>
      <dgm:spPr/>
      <dgm:t>
        <a:bodyPr/>
        <a:lstStyle/>
        <a:p>
          <a:pPr>
            <a:defRPr cap="all"/>
          </a:pPr>
          <a:r>
            <a:rPr lang="en-US"/>
            <a:t>5. Agent Roles &amp; Data Flow</a:t>
          </a:r>
        </a:p>
      </dgm:t>
    </dgm:pt>
    <dgm:pt modelId="{9BE3B6FC-2F3B-4257-BD13-84CA30E54C1A}" type="parTrans" cxnId="{0FB33ECE-F5FE-4596-899F-0A8537B0AA55}">
      <dgm:prSet/>
      <dgm:spPr/>
      <dgm:t>
        <a:bodyPr/>
        <a:lstStyle/>
        <a:p>
          <a:endParaRPr lang="en-US"/>
        </a:p>
      </dgm:t>
    </dgm:pt>
    <dgm:pt modelId="{80932B2F-C7C3-42F3-B9A0-0D8B8939800F}" type="sibTrans" cxnId="{0FB33ECE-F5FE-4596-899F-0A8537B0AA55}">
      <dgm:prSet/>
      <dgm:spPr/>
      <dgm:t>
        <a:bodyPr/>
        <a:lstStyle/>
        <a:p>
          <a:endParaRPr lang="en-US"/>
        </a:p>
      </dgm:t>
    </dgm:pt>
    <dgm:pt modelId="{6CD26D74-5325-4EA7-B2BF-EC4CDE12A1A2}">
      <dgm:prSet/>
      <dgm:spPr/>
      <dgm:t>
        <a:bodyPr/>
        <a:lstStyle/>
        <a:p>
          <a:pPr>
            <a:defRPr cap="all"/>
          </a:pPr>
          <a:r>
            <a:rPr lang="en-US"/>
            <a:t>6. Key Features &amp; Demo</a:t>
          </a:r>
        </a:p>
      </dgm:t>
    </dgm:pt>
    <dgm:pt modelId="{C0EAE905-EFD3-4629-A31C-BA43AA0C3FE8}" type="parTrans" cxnId="{90AEB0C0-DACB-4B7C-B246-6C10D87B5FA5}">
      <dgm:prSet/>
      <dgm:spPr/>
      <dgm:t>
        <a:bodyPr/>
        <a:lstStyle/>
        <a:p>
          <a:endParaRPr lang="en-US"/>
        </a:p>
      </dgm:t>
    </dgm:pt>
    <dgm:pt modelId="{2C0643AF-D9EA-4A1B-A384-8AE7BD0B15F1}" type="sibTrans" cxnId="{90AEB0C0-DACB-4B7C-B246-6C10D87B5FA5}">
      <dgm:prSet/>
      <dgm:spPr/>
      <dgm:t>
        <a:bodyPr/>
        <a:lstStyle/>
        <a:p>
          <a:endParaRPr lang="en-US"/>
        </a:p>
      </dgm:t>
    </dgm:pt>
    <dgm:pt modelId="{D01B5C6E-CC49-46EB-AB4F-5AEFF68F55E5}">
      <dgm:prSet/>
      <dgm:spPr/>
      <dgm:t>
        <a:bodyPr/>
        <a:lstStyle/>
        <a:p>
          <a:pPr>
            <a:defRPr cap="all"/>
          </a:pPr>
          <a:r>
            <a:rPr lang="en-US"/>
            <a:t>7. Technology Stack</a:t>
          </a:r>
        </a:p>
      </dgm:t>
    </dgm:pt>
    <dgm:pt modelId="{CE37EB91-2098-437B-931C-5AA25950FFE6}" type="parTrans" cxnId="{A87B4F7A-4575-4F32-A893-FA5090B0C6FC}">
      <dgm:prSet/>
      <dgm:spPr/>
      <dgm:t>
        <a:bodyPr/>
        <a:lstStyle/>
        <a:p>
          <a:endParaRPr lang="en-US"/>
        </a:p>
      </dgm:t>
    </dgm:pt>
    <dgm:pt modelId="{ACB0DDCD-AADF-481D-A696-C63693933AE3}" type="sibTrans" cxnId="{A87B4F7A-4575-4F32-A893-FA5090B0C6FC}">
      <dgm:prSet/>
      <dgm:spPr/>
      <dgm:t>
        <a:bodyPr/>
        <a:lstStyle/>
        <a:p>
          <a:endParaRPr lang="en-US"/>
        </a:p>
      </dgm:t>
    </dgm:pt>
    <dgm:pt modelId="{ED6C29DF-91CC-4953-96B8-7CB40242D49B}">
      <dgm:prSet/>
      <dgm:spPr/>
      <dgm:t>
        <a:bodyPr/>
        <a:lstStyle/>
        <a:p>
          <a:pPr>
            <a:defRPr cap="all"/>
          </a:pPr>
          <a:r>
            <a:rPr lang="en-US"/>
            <a:t>8. Conclusion &amp; Future Work</a:t>
          </a:r>
        </a:p>
      </dgm:t>
    </dgm:pt>
    <dgm:pt modelId="{A2E65B6F-80C8-4AD6-AF64-2EA1DC9BC50E}" type="parTrans" cxnId="{4656EA54-31A0-43AE-8892-3573CC5BD29D}">
      <dgm:prSet/>
      <dgm:spPr/>
      <dgm:t>
        <a:bodyPr/>
        <a:lstStyle/>
        <a:p>
          <a:endParaRPr lang="en-US"/>
        </a:p>
      </dgm:t>
    </dgm:pt>
    <dgm:pt modelId="{EEDD7378-9598-4BAA-AF12-76AECA4E8540}" type="sibTrans" cxnId="{4656EA54-31A0-43AE-8892-3573CC5BD29D}">
      <dgm:prSet/>
      <dgm:spPr/>
      <dgm:t>
        <a:bodyPr/>
        <a:lstStyle/>
        <a:p>
          <a:endParaRPr lang="en-US"/>
        </a:p>
      </dgm:t>
    </dgm:pt>
    <dgm:pt modelId="{288D427E-A16D-4722-87B8-3CDB1BFAC24D}" type="pres">
      <dgm:prSet presAssocID="{B153A681-5AAD-45CD-A61B-6A77E0F264BB}" presName="root" presStyleCnt="0">
        <dgm:presLayoutVars>
          <dgm:dir/>
          <dgm:resizeHandles val="exact"/>
        </dgm:presLayoutVars>
      </dgm:prSet>
      <dgm:spPr/>
    </dgm:pt>
    <dgm:pt modelId="{B6E45C71-0977-4DD4-BFCE-8F8AB1CA111E}" type="pres">
      <dgm:prSet presAssocID="{B523873D-A815-420F-A3DE-632ABBBFDC75}" presName="compNode" presStyleCnt="0"/>
      <dgm:spPr/>
    </dgm:pt>
    <dgm:pt modelId="{7C2A1FBA-5328-4E43-8A00-736B8A5D85A0}" type="pres">
      <dgm:prSet presAssocID="{B523873D-A815-420F-A3DE-632ABBBFDC75}" presName="iconBgRect" presStyleLbl="bgShp" presStyleIdx="0" presStyleCnt="8"/>
      <dgm:spPr/>
    </dgm:pt>
    <dgm:pt modelId="{F906781A-F3B6-4195-8630-3F37D0E3C219}" type="pres">
      <dgm:prSet presAssocID="{B523873D-A815-420F-A3DE-632ABBBFDC75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40E71621-2BB6-4321-8B2D-CDE706536753}" type="pres">
      <dgm:prSet presAssocID="{B523873D-A815-420F-A3DE-632ABBBFDC75}" presName="spaceRect" presStyleCnt="0"/>
      <dgm:spPr/>
    </dgm:pt>
    <dgm:pt modelId="{E4F44680-2C49-4C47-B470-BA3B4AAE9F80}" type="pres">
      <dgm:prSet presAssocID="{B523873D-A815-420F-A3DE-632ABBBFDC75}" presName="textRect" presStyleLbl="revTx" presStyleIdx="0" presStyleCnt="8">
        <dgm:presLayoutVars>
          <dgm:chMax val="1"/>
          <dgm:chPref val="1"/>
        </dgm:presLayoutVars>
      </dgm:prSet>
      <dgm:spPr/>
    </dgm:pt>
    <dgm:pt modelId="{FABC1F9C-831A-4057-A891-00AF0920AD15}" type="pres">
      <dgm:prSet presAssocID="{CD27BF93-9832-40D2-9006-4C0E8BB16585}" presName="sibTrans" presStyleCnt="0"/>
      <dgm:spPr/>
    </dgm:pt>
    <dgm:pt modelId="{551CDE5D-5359-4345-AB61-6111E154A24D}" type="pres">
      <dgm:prSet presAssocID="{44F3BEC7-DA10-4126-AC63-236E68FF8709}" presName="compNode" presStyleCnt="0"/>
      <dgm:spPr/>
    </dgm:pt>
    <dgm:pt modelId="{4ED2C29D-9BDF-4B45-9A9D-9A7E14B1693F}" type="pres">
      <dgm:prSet presAssocID="{44F3BEC7-DA10-4126-AC63-236E68FF8709}" presName="iconBgRect" presStyleLbl="bgShp" presStyleIdx="1" presStyleCnt="8"/>
      <dgm:spPr/>
    </dgm:pt>
    <dgm:pt modelId="{C110B24A-182B-4BA9-85FE-9342879780A1}" type="pres">
      <dgm:prSet presAssocID="{44F3BEC7-DA10-4126-AC63-236E68FF870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5165E8F6-E38D-409B-B1E9-0FD86EF4CE12}" type="pres">
      <dgm:prSet presAssocID="{44F3BEC7-DA10-4126-AC63-236E68FF8709}" presName="spaceRect" presStyleCnt="0"/>
      <dgm:spPr/>
    </dgm:pt>
    <dgm:pt modelId="{C3E7C8AC-CF83-4709-B9AB-F7D7B8E6CA50}" type="pres">
      <dgm:prSet presAssocID="{44F3BEC7-DA10-4126-AC63-236E68FF8709}" presName="textRect" presStyleLbl="revTx" presStyleIdx="1" presStyleCnt="8">
        <dgm:presLayoutVars>
          <dgm:chMax val="1"/>
          <dgm:chPref val="1"/>
        </dgm:presLayoutVars>
      </dgm:prSet>
      <dgm:spPr/>
    </dgm:pt>
    <dgm:pt modelId="{1E8B6424-7684-4D06-8C3C-4441FDAC98DE}" type="pres">
      <dgm:prSet presAssocID="{522A8A9F-4FE5-48B3-A9EA-015FA4BD412C}" presName="sibTrans" presStyleCnt="0"/>
      <dgm:spPr/>
    </dgm:pt>
    <dgm:pt modelId="{49F060B3-5CAB-4742-A8F4-9919F16F6413}" type="pres">
      <dgm:prSet presAssocID="{C64BAF8E-E3DC-4722-921B-648F828BB06F}" presName="compNode" presStyleCnt="0"/>
      <dgm:spPr/>
    </dgm:pt>
    <dgm:pt modelId="{FD9692F4-9AD2-4CED-803F-ECCFD20C08C4}" type="pres">
      <dgm:prSet presAssocID="{C64BAF8E-E3DC-4722-921B-648F828BB06F}" presName="iconBgRect" presStyleLbl="bgShp" presStyleIdx="2" presStyleCnt="8"/>
      <dgm:spPr/>
    </dgm:pt>
    <dgm:pt modelId="{BE3579BE-43A2-46B0-A8E5-BABD64D0BD7B}" type="pres">
      <dgm:prSet presAssocID="{C64BAF8E-E3DC-4722-921B-648F828BB06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322DFF17-112E-4612-A0A4-F612A682F0AC}" type="pres">
      <dgm:prSet presAssocID="{C64BAF8E-E3DC-4722-921B-648F828BB06F}" presName="spaceRect" presStyleCnt="0"/>
      <dgm:spPr/>
    </dgm:pt>
    <dgm:pt modelId="{B8F675F4-67E7-4EDE-BCC6-12945293DCC2}" type="pres">
      <dgm:prSet presAssocID="{C64BAF8E-E3DC-4722-921B-648F828BB06F}" presName="textRect" presStyleLbl="revTx" presStyleIdx="2" presStyleCnt="8">
        <dgm:presLayoutVars>
          <dgm:chMax val="1"/>
          <dgm:chPref val="1"/>
        </dgm:presLayoutVars>
      </dgm:prSet>
      <dgm:spPr/>
    </dgm:pt>
    <dgm:pt modelId="{42AF6627-CDCF-4B8E-BEDF-C6C0BC549911}" type="pres">
      <dgm:prSet presAssocID="{9083EA50-F1A5-4ADE-A462-4EB859BDD274}" presName="sibTrans" presStyleCnt="0"/>
      <dgm:spPr/>
    </dgm:pt>
    <dgm:pt modelId="{79398E51-0DCB-491B-98A5-8DA56A8CBD07}" type="pres">
      <dgm:prSet presAssocID="{D1002D2C-7F1E-4D74-8FCA-BD1990352E9F}" presName="compNode" presStyleCnt="0"/>
      <dgm:spPr/>
    </dgm:pt>
    <dgm:pt modelId="{CBF2D35A-C3D0-4D6B-81CC-8F3690F98D5A}" type="pres">
      <dgm:prSet presAssocID="{D1002D2C-7F1E-4D74-8FCA-BD1990352E9F}" presName="iconBgRect" presStyleLbl="bgShp" presStyleIdx="3" presStyleCnt="8"/>
      <dgm:spPr/>
    </dgm:pt>
    <dgm:pt modelId="{176A6252-7C5F-4388-9310-54573ECA1DD0}" type="pres">
      <dgm:prSet presAssocID="{D1002D2C-7F1E-4D74-8FCA-BD1990352E9F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1ED20E9-94A1-4C14-9933-60FD8C8EFDD3}" type="pres">
      <dgm:prSet presAssocID="{D1002D2C-7F1E-4D74-8FCA-BD1990352E9F}" presName="spaceRect" presStyleCnt="0"/>
      <dgm:spPr/>
    </dgm:pt>
    <dgm:pt modelId="{711233B4-5845-4835-8895-1F4A8161BBEE}" type="pres">
      <dgm:prSet presAssocID="{D1002D2C-7F1E-4D74-8FCA-BD1990352E9F}" presName="textRect" presStyleLbl="revTx" presStyleIdx="3" presStyleCnt="8">
        <dgm:presLayoutVars>
          <dgm:chMax val="1"/>
          <dgm:chPref val="1"/>
        </dgm:presLayoutVars>
      </dgm:prSet>
      <dgm:spPr/>
    </dgm:pt>
    <dgm:pt modelId="{861B5533-D764-4231-B53E-C334B1B302A0}" type="pres">
      <dgm:prSet presAssocID="{7DFE35CD-311E-4221-A131-0CFE358B07BF}" presName="sibTrans" presStyleCnt="0"/>
      <dgm:spPr/>
    </dgm:pt>
    <dgm:pt modelId="{0B210A17-1FC3-47DF-88EA-711864DFB6C1}" type="pres">
      <dgm:prSet presAssocID="{39D3660B-9A3F-4AA9-90CA-CF817CE53CEC}" presName="compNode" presStyleCnt="0"/>
      <dgm:spPr/>
    </dgm:pt>
    <dgm:pt modelId="{EB5EF953-6F0D-45FD-949E-FF1BAB5C9E9C}" type="pres">
      <dgm:prSet presAssocID="{39D3660B-9A3F-4AA9-90CA-CF817CE53CEC}" presName="iconBgRect" presStyleLbl="bgShp" presStyleIdx="4" presStyleCnt="8"/>
      <dgm:spPr/>
    </dgm:pt>
    <dgm:pt modelId="{C1D73FBD-D237-41FE-86F7-802839958AAF}" type="pres">
      <dgm:prSet presAssocID="{39D3660B-9A3F-4AA9-90CA-CF817CE53CEC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5088547-78A1-4782-8ACB-398DE3C6A0FC}" type="pres">
      <dgm:prSet presAssocID="{39D3660B-9A3F-4AA9-90CA-CF817CE53CEC}" presName="spaceRect" presStyleCnt="0"/>
      <dgm:spPr/>
    </dgm:pt>
    <dgm:pt modelId="{58AB8777-667A-4625-9C83-053F72122DA2}" type="pres">
      <dgm:prSet presAssocID="{39D3660B-9A3F-4AA9-90CA-CF817CE53CEC}" presName="textRect" presStyleLbl="revTx" presStyleIdx="4" presStyleCnt="8">
        <dgm:presLayoutVars>
          <dgm:chMax val="1"/>
          <dgm:chPref val="1"/>
        </dgm:presLayoutVars>
      </dgm:prSet>
      <dgm:spPr/>
    </dgm:pt>
    <dgm:pt modelId="{325C30C9-93E9-4533-8DCE-DECDB46BBA3C}" type="pres">
      <dgm:prSet presAssocID="{80932B2F-C7C3-42F3-B9A0-0D8B8939800F}" presName="sibTrans" presStyleCnt="0"/>
      <dgm:spPr/>
    </dgm:pt>
    <dgm:pt modelId="{6414BD33-6EB6-4C80-8C24-577ACA79963E}" type="pres">
      <dgm:prSet presAssocID="{6CD26D74-5325-4EA7-B2BF-EC4CDE12A1A2}" presName="compNode" presStyleCnt="0"/>
      <dgm:spPr/>
    </dgm:pt>
    <dgm:pt modelId="{201E5753-ECFF-4F94-A90F-E897DBE4852D}" type="pres">
      <dgm:prSet presAssocID="{6CD26D74-5325-4EA7-B2BF-EC4CDE12A1A2}" presName="iconBgRect" presStyleLbl="bgShp" presStyleIdx="5" presStyleCnt="8"/>
      <dgm:spPr/>
    </dgm:pt>
    <dgm:pt modelId="{1FA0D168-8197-4A32-BCDB-B332ED01FDF0}" type="pres">
      <dgm:prSet presAssocID="{6CD26D74-5325-4EA7-B2BF-EC4CDE12A1A2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8104011-3917-4F3B-8CBF-0BE269C2726F}" type="pres">
      <dgm:prSet presAssocID="{6CD26D74-5325-4EA7-B2BF-EC4CDE12A1A2}" presName="spaceRect" presStyleCnt="0"/>
      <dgm:spPr/>
    </dgm:pt>
    <dgm:pt modelId="{9D06B73F-1091-4CCB-8CBC-0814C1EB253C}" type="pres">
      <dgm:prSet presAssocID="{6CD26D74-5325-4EA7-B2BF-EC4CDE12A1A2}" presName="textRect" presStyleLbl="revTx" presStyleIdx="5" presStyleCnt="8">
        <dgm:presLayoutVars>
          <dgm:chMax val="1"/>
          <dgm:chPref val="1"/>
        </dgm:presLayoutVars>
      </dgm:prSet>
      <dgm:spPr/>
    </dgm:pt>
    <dgm:pt modelId="{76349FA1-69D6-4AF4-9596-1AF835DF24A4}" type="pres">
      <dgm:prSet presAssocID="{2C0643AF-D9EA-4A1B-A384-8AE7BD0B15F1}" presName="sibTrans" presStyleCnt="0"/>
      <dgm:spPr/>
    </dgm:pt>
    <dgm:pt modelId="{A8D45AC7-C609-4545-8C03-3243D90FE01A}" type="pres">
      <dgm:prSet presAssocID="{D01B5C6E-CC49-46EB-AB4F-5AEFF68F55E5}" presName="compNode" presStyleCnt="0"/>
      <dgm:spPr/>
    </dgm:pt>
    <dgm:pt modelId="{5F47695D-6D4F-42C2-8A39-F7B807DE16EB}" type="pres">
      <dgm:prSet presAssocID="{D01B5C6E-CC49-46EB-AB4F-5AEFF68F55E5}" presName="iconBgRect" presStyleLbl="bgShp" presStyleIdx="6" presStyleCnt="8"/>
      <dgm:spPr/>
    </dgm:pt>
    <dgm:pt modelId="{72BB7ABA-0A2A-40EA-A80D-862532D3C58A}" type="pres">
      <dgm:prSet presAssocID="{D01B5C6E-CC49-46EB-AB4F-5AEFF68F55E5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83B6DE-5F1B-42B1-B5E6-BED8B1576131}" type="pres">
      <dgm:prSet presAssocID="{D01B5C6E-CC49-46EB-AB4F-5AEFF68F55E5}" presName="spaceRect" presStyleCnt="0"/>
      <dgm:spPr/>
    </dgm:pt>
    <dgm:pt modelId="{E0844544-BE72-4A30-AA2A-93E0AC6B87E8}" type="pres">
      <dgm:prSet presAssocID="{D01B5C6E-CC49-46EB-AB4F-5AEFF68F55E5}" presName="textRect" presStyleLbl="revTx" presStyleIdx="6" presStyleCnt="8">
        <dgm:presLayoutVars>
          <dgm:chMax val="1"/>
          <dgm:chPref val="1"/>
        </dgm:presLayoutVars>
      </dgm:prSet>
      <dgm:spPr/>
    </dgm:pt>
    <dgm:pt modelId="{676D4A35-4BBB-42E7-8B98-545729394863}" type="pres">
      <dgm:prSet presAssocID="{ACB0DDCD-AADF-481D-A696-C63693933AE3}" presName="sibTrans" presStyleCnt="0"/>
      <dgm:spPr/>
    </dgm:pt>
    <dgm:pt modelId="{A2D148F8-8B15-426C-874D-B4A430EB4078}" type="pres">
      <dgm:prSet presAssocID="{ED6C29DF-91CC-4953-96B8-7CB40242D49B}" presName="compNode" presStyleCnt="0"/>
      <dgm:spPr/>
    </dgm:pt>
    <dgm:pt modelId="{DAEFB13A-6199-4CFD-AEE4-B973350D0FC9}" type="pres">
      <dgm:prSet presAssocID="{ED6C29DF-91CC-4953-96B8-7CB40242D49B}" presName="iconBgRect" presStyleLbl="bgShp" presStyleIdx="7" presStyleCnt="8"/>
      <dgm:spPr/>
    </dgm:pt>
    <dgm:pt modelId="{2E493004-BCA5-421F-A997-3CCEF6C61F6B}" type="pres">
      <dgm:prSet presAssocID="{ED6C29DF-91CC-4953-96B8-7CB40242D49B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61BF3878-B380-42A5-ADD8-3496EC335D1A}" type="pres">
      <dgm:prSet presAssocID="{ED6C29DF-91CC-4953-96B8-7CB40242D49B}" presName="spaceRect" presStyleCnt="0"/>
      <dgm:spPr/>
    </dgm:pt>
    <dgm:pt modelId="{EB119BB6-6280-468A-96E6-7963CF07C789}" type="pres">
      <dgm:prSet presAssocID="{ED6C29DF-91CC-4953-96B8-7CB40242D49B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3986A03-9B2B-4E1C-B679-3E9CDFAC7474}" type="presOf" srcId="{6CD26D74-5325-4EA7-B2BF-EC4CDE12A1A2}" destId="{9D06B73F-1091-4CCB-8CBC-0814C1EB253C}" srcOrd="0" destOrd="0" presId="urn:microsoft.com/office/officeart/2018/5/layout/IconCircleLabelList"/>
    <dgm:cxn modelId="{5E2D4B0F-FA9D-411B-BCC2-3FD00F26190C}" type="presOf" srcId="{B523873D-A815-420F-A3DE-632ABBBFDC75}" destId="{E4F44680-2C49-4C47-B470-BA3B4AAE9F80}" srcOrd="0" destOrd="0" presId="urn:microsoft.com/office/officeart/2018/5/layout/IconCircleLabelList"/>
    <dgm:cxn modelId="{9DFB4014-C313-4586-8414-00A489651167}" type="presOf" srcId="{D1002D2C-7F1E-4D74-8FCA-BD1990352E9F}" destId="{711233B4-5845-4835-8895-1F4A8161BBEE}" srcOrd="0" destOrd="0" presId="urn:microsoft.com/office/officeart/2018/5/layout/IconCircleLabelList"/>
    <dgm:cxn modelId="{39F87015-4996-4B0E-9F21-47AA5299E2C2}" type="presOf" srcId="{ED6C29DF-91CC-4953-96B8-7CB40242D49B}" destId="{EB119BB6-6280-468A-96E6-7963CF07C789}" srcOrd="0" destOrd="0" presId="urn:microsoft.com/office/officeart/2018/5/layout/IconCircleLabelList"/>
    <dgm:cxn modelId="{84BEFE1B-C53B-405D-BFB3-D47FD64C9B80}" type="presOf" srcId="{B153A681-5AAD-45CD-A61B-6A77E0F264BB}" destId="{288D427E-A16D-4722-87B8-3CDB1BFAC24D}" srcOrd="0" destOrd="0" presId="urn:microsoft.com/office/officeart/2018/5/layout/IconCircleLabelList"/>
    <dgm:cxn modelId="{2BB1A13C-427F-4E4F-8A2C-991EC97290A8}" type="presOf" srcId="{C64BAF8E-E3DC-4722-921B-648F828BB06F}" destId="{B8F675F4-67E7-4EDE-BCC6-12945293DCC2}" srcOrd="0" destOrd="0" presId="urn:microsoft.com/office/officeart/2018/5/layout/IconCircleLabelList"/>
    <dgm:cxn modelId="{D375D540-A133-44EE-B425-92BE091D7C5C}" srcId="{B153A681-5AAD-45CD-A61B-6A77E0F264BB}" destId="{D1002D2C-7F1E-4D74-8FCA-BD1990352E9F}" srcOrd="3" destOrd="0" parTransId="{7B56CA56-4970-4A50-BB4C-100AF32A31C3}" sibTransId="{7DFE35CD-311E-4221-A131-0CFE358B07BF}"/>
    <dgm:cxn modelId="{4656EA54-31A0-43AE-8892-3573CC5BD29D}" srcId="{B153A681-5AAD-45CD-A61B-6A77E0F264BB}" destId="{ED6C29DF-91CC-4953-96B8-7CB40242D49B}" srcOrd="7" destOrd="0" parTransId="{A2E65B6F-80C8-4AD6-AF64-2EA1DC9BC50E}" sibTransId="{EEDD7378-9598-4BAA-AF12-76AECA4E8540}"/>
    <dgm:cxn modelId="{BB33CB57-1CB3-4758-8DBA-5C7CCCDD7685}" type="presOf" srcId="{39D3660B-9A3F-4AA9-90CA-CF817CE53CEC}" destId="{58AB8777-667A-4625-9C83-053F72122DA2}" srcOrd="0" destOrd="0" presId="urn:microsoft.com/office/officeart/2018/5/layout/IconCircleLabelList"/>
    <dgm:cxn modelId="{CF421F77-76B5-426E-A1A6-49F3BFCB4651}" type="presOf" srcId="{D01B5C6E-CC49-46EB-AB4F-5AEFF68F55E5}" destId="{E0844544-BE72-4A30-AA2A-93E0AC6B87E8}" srcOrd="0" destOrd="0" presId="urn:microsoft.com/office/officeart/2018/5/layout/IconCircleLabelList"/>
    <dgm:cxn modelId="{A87B4F7A-4575-4F32-A893-FA5090B0C6FC}" srcId="{B153A681-5AAD-45CD-A61B-6A77E0F264BB}" destId="{D01B5C6E-CC49-46EB-AB4F-5AEFF68F55E5}" srcOrd="6" destOrd="0" parTransId="{CE37EB91-2098-437B-931C-5AA25950FFE6}" sibTransId="{ACB0DDCD-AADF-481D-A696-C63693933AE3}"/>
    <dgm:cxn modelId="{459BDB8E-206C-441B-B3D2-B72FC4F5BA49}" srcId="{B153A681-5AAD-45CD-A61B-6A77E0F264BB}" destId="{C64BAF8E-E3DC-4722-921B-648F828BB06F}" srcOrd="2" destOrd="0" parTransId="{2FF0DA18-BBC1-4A31-BC15-9239AEF6D201}" sibTransId="{9083EA50-F1A5-4ADE-A462-4EB859BDD274}"/>
    <dgm:cxn modelId="{3A88F7A7-32E6-49B4-BF33-D9A851FEDBCF}" type="presOf" srcId="{44F3BEC7-DA10-4126-AC63-236E68FF8709}" destId="{C3E7C8AC-CF83-4709-B9AB-F7D7B8E6CA50}" srcOrd="0" destOrd="0" presId="urn:microsoft.com/office/officeart/2018/5/layout/IconCircleLabelList"/>
    <dgm:cxn modelId="{90AEB0C0-DACB-4B7C-B246-6C10D87B5FA5}" srcId="{B153A681-5AAD-45CD-A61B-6A77E0F264BB}" destId="{6CD26D74-5325-4EA7-B2BF-EC4CDE12A1A2}" srcOrd="5" destOrd="0" parTransId="{C0EAE905-EFD3-4629-A31C-BA43AA0C3FE8}" sibTransId="{2C0643AF-D9EA-4A1B-A384-8AE7BD0B15F1}"/>
    <dgm:cxn modelId="{0FB33ECE-F5FE-4596-899F-0A8537B0AA55}" srcId="{B153A681-5AAD-45CD-A61B-6A77E0F264BB}" destId="{39D3660B-9A3F-4AA9-90CA-CF817CE53CEC}" srcOrd="4" destOrd="0" parTransId="{9BE3B6FC-2F3B-4257-BD13-84CA30E54C1A}" sibTransId="{80932B2F-C7C3-42F3-B9A0-0D8B8939800F}"/>
    <dgm:cxn modelId="{62420CDF-47B1-45A0-8CA1-D20BB89F6AB0}" srcId="{B153A681-5AAD-45CD-A61B-6A77E0F264BB}" destId="{44F3BEC7-DA10-4126-AC63-236E68FF8709}" srcOrd="1" destOrd="0" parTransId="{BC7175EE-CA6B-4281-93F0-FDC8A10630DA}" sibTransId="{522A8A9F-4FE5-48B3-A9EA-015FA4BD412C}"/>
    <dgm:cxn modelId="{D053B3E4-B97C-415B-A2A3-ECC1DE892D01}" srcId="{B153A681-5AAD-45CD-A61B-6A77E0F264BB}" destId="{B523873D-A815-420F-A3DE-632ABBBFDC75}" srcOrd="0" destOrd="0" parTransId="{FBDFFC09-9D7A-47E2-9410-F2155A36BEE6}" sibTransId="{CD27BF93-9832-40D2-9006-4C0E8BB16585}"/>
    <dgm:cxn modelId="{F454B5AF-0116-4547-9AD3-56641CCEDA1F}" type="presParOf" srcId="{288D427E-A16D-4722-87B8-3CDB1BFAC24D}" destId="{B6E45C71-0977-4DD4-BFCE-8F8AB1CA111E}" srcOrd="0" destOrd="0" presId="urn:microsoft.com/office/officeart/2018/5/layout/IconCircleLabelList"/>
    <dgm:cxn modelId="{AC1A7900-079E-4C80-A08A-7CB381B6178E}" type="presParOf" srcId="{B6E45C71-0977-4DD4-BFCE-8F8AB1CA111E}" destId="{7C2A1FBA-5328-4E43-8A00-736B8A5D85A0}" srcOrd="0" destOrd="0" presId="urn:microsoft.com/office/officeart/2018/5/layout/IconCircleLabelList"/>
    <dgm:cxn modelId="{3559C93E-EF0A-4079-BDE2-BA591EFBB3EF}" type="presParOf" srcId="{B6E45C71-0977-4DD4-BFCE-8F8AB1CA111E}" destId="{F906781A-F3B6-4195-8630-3F37D0E3C219}" srcOrd="1" destOrd="0" presId="urn:microsoft.com/office/officeart/2018/5/layout/IconCircleLabelList"/>
    <dgm:cxn modelId="{84ED016B-A534-414F-9C26-3B228BB66887}" type="presParOf" srcId="{B6E45C71-0977-4DD4-BFCE-8F8AB1CA111E}" destId="{40E71621-2BB6-4321-8B2D-CDE706536753}" srcOrd="2" destOrd="0" presId="urn:microsoft.com/office/officeart/2018/5/layout/IconCircleLabelList"/>
    <dgm:cxn modelId="{0EBA9FBA-314B-4865-86DD-FF9417A59EA7}" type="presParOf" srcId="{B6E45C71-0977-4DD4-BFCE-8F8AB1CA111E}" destId="{E4F44680-2C49-4C47-B470-BA3B4AAE9F80}" srcOrd="3" destOrd="0" presId="urn:microsoft.com/office/officeart/2018/5/layout/IconCircleLabelList"/>
    <dgm:cxn modelId="{A5748AB8-0567-4564-9694-A70A7250C099}" type="presParOf" srcId="{288D427E-A16D-4722-87B8-3CDB1BFAC24D}" destId="{FABC1F9C-831A-4057-A891-00AF0920AD15}" srcOrd="1" destOrd="0" presId="urn:microsoft.com/office/officeart/2018/5/layout/IconCircleLabelList"/>
    <dgm:cxn modelId="{680D99A2-DDC8-41A9-89D4-1DEC7015827B}" type="presParOf" srcId="{288D427E-A16D-4722-87B8-3CDB1BFAC24D}" destId="{551CDE5D-5359-4345-AB61-6111E154A24D}" srcOrd="2" destOrd="0" presId="urn:microsoft.com/office/officeart/2018/5/layout/IconCircleLabelList"/>
    <dgm:cxn modelId="{3A9EF471-8889-478D-BFC6-288D730CB4F2}" type="presParOf" srcId="{551CDE5D-5359-4345-AB61-6111E154A24D}" destId="{4ED2C29D-9BDF-4B45-9A9D-9A7E14B1693F}" srcOrd="0" destOrd="0" presId="urn:microsoft.com/office/officeart/2018/5/layout/IconCircleLabelList"/>
    <dgm:cxn modelId="{3917AC86-C515-413B-8F87-AF6E5F5924A2}" type="presParOf" srcId="{551CDE5D-5359-4345-AB61-6111E154A24D}" destId="{C110B24A-182B-4BA9-85FE-9342879780A1}" srcOrd="1" destOrd="0" presId="urn:microsoft.com/office/officeart/2018/5/layout/IconCircleLabelList"/>
    <dgm:cxn modelId="{4B7D1432-06B2-4925-A3FD-A367CC966925}" type="presParOf" srcId="{551CDE5D-5359-4345-AB61-6111E154A24D}" destId="{5165E8F6-E38D-409B-B1E9-0FD86EF4CE12}" srcOrd="2" destOrd="0" presId="urn:microsoft.com/office/officeart/2018/5/layout/IconCircleLabelList"/>
    <dgm:cxn modelId="{CC3DE4A9-07A4-479D-94B8-1A9ABC8EF4CF}" type="presParOf" srcId="{551CDE5D-5359-4345-AB61-6111E154A24D}" destId="{C3E7C8AC-CF83-4709-B9AB-F7D7B8E6CA50}" srcOrd="3" destOrd="0" presId="urn:microsoft.com/office/officeart/2018/5/layout/IconCircleLabelList"/>
    <dgm:cxn modelId="{7E7D0825-03DD-4659-A995-29B3E51B0156}" type="presParOf" srcId="{288D427E-A16D-4722-87B8-3CDB1BFAC24D}" destId="{1E8B6424-7684-4D06-8C3C-4441FDAC98DE}" srcOrd="3" destOrd="0" presId="urn:microsoft.com/office/officeart/2018/5/layout/IconCircleLabelList"/>
    <dgm:cxn modelId="{60485F91-8708-4276-9EE9-1B6979C2F69B}" type="presParOf" srcId="{288D427E-A16D-4722-87B8-3CDB1BFAC24D}" destId="{49F060B3-5CAB-4742-A8F4-9919F16F6413}" srcOrd="4" destOrd="0" presId="urn:microsoft.com/office/officeart/2018/5/layout/IconCircleLabelList"/>
    <dgm:cxn modelId="{85C83635-8417-46C3-8197-1DC6A4CBFBC2}" type="presParOf" srcId="{49F060B3-5CAB-4742-A8F4-9919F16F6413}" destId="{FD9692F4-9AD2-4CED-803F-ECCFD20C08C4}" srcOrd="0" destOrd="0" presId="urn:microsoft.com/office/officeart/2018/5/layout/IconCircleLabelList"/>
    <dgm:cxn modelId="{2BBED90B-6A97-4F9F-B19B-8B16EC538A71}" type="presParOf" srcId="{49F060B3-5CAB-4742-A8F4-9919F16F6413}" destId="{BE3579BE-43A2-46B0-A8E5-BABD64D0BD7B}" srcOrd="1" destOrd="0" presId="urn:microsoft.com/office/officeart/2018/5/layout/IconCircleLabelList"/>
    <dgm:cxn modelId="{DCABAEE0-E5CF-4484-8395-7E76C6077343}" type="presParOf" srcId="{49F060B3-5CAB-4742-A8F4-9919F16F6413}" destId="{322DFF17-112E-4612-A0A4-F612A682F0AC}" srcOrd="2" destOrd="0" presId="urn:microsoft.com/office/officeart/2018/5/layout/IconCircleLabelList"/>
    <dgm:cxn modelId="{C5C96439-34FA-44F6-AE1F-FF2FD8DA319E}" type="presParOf" srcId="{49F060B3-5CAB-4742-A8F4-9919F16F6413}" destId="{B8F675F4-67E7-4EDE-BCC6-12945293DCC2}" srcOrd="3" destOrd="0" presId="urn:microsoft.com/office/officeart/2018/5/layout/IconCircleLabelList"/>
    <dgm:cxn modelId="{D96B7961-05B3-4463-8E48-74CC55EF9FF4}" type="presParOf" srcId="{288D427E-A16D-4722-87B8-3CDB1BFAC24D}" destId="{42AF6627-CDCF-4B8E-BEDF-C6C0BC549911}" srcOrd="5" destOrd="0" presId="urn:microsoft.com/office/officeart/2018/5/layout/IconCircleLabelList"/>
    <dgm:cxn modelId="{8C24BF29-FF44-417C-BC51-1D30434B7BDA}" type="presParOf" srcId="{288D427E-A16D-4722-87B8-3CDB1BFAC24D}" destId="{79398E51-0DCB-491B-98A5-8DA56A8CBD07}" srcOrd="6" destOrd="0" presId="urn:microsoft.com/office/officeart/2018/5/layout/IconCircleLabelList"/>
    <dgm:cxn modelId="{89A6ED27-552C-4362-8E24-625C3DD7CA61}" type="presParOf" srcId="{79398E51-0DCB-491B-98A5-8DA56A8CBD07}" destId="{CBF2D35A-C3D0-4D6B-81CC-8F3690F98D5A}" srcOrd="0" destOrd="0" presId="urn:microsoft.com/office/officeart/2018/5/layout/IconCircleLabelList"/>
    <dgm:cxn modelId="{FAB962A7-7749-4A80-BA37-85575C6C8052}" type="presParOf" srcId="{79398E51-0DCB-491B-98A5-8DA56A8CBD07}" destId="{176A6252-7C5F-4388-9310-54573ECA1DD0}" srcOrd="1" destOrd="0" presId="urn:microsoft.com/office/officeart/2018/5/layout/IconCircleLabelList"/>
    <dgm:cxn modelId="{96EFBEC5-B1FB-4CD1-A4D2-30C010B4C232}" type="presParOf" srcId="{79398E51-0DCB-491B-98A5-8DA56A8CBD07}" destId="{41ED20E9-94A1-4C14-9933-60FD8C8EFDD3}" srcOrd="2" destOrd="0" presId="urn:microsoft.com/office/officeart/2018/5/layout/IconCircleLabelList"/>
    <dgm:cxn modelId="{701EA6A8-FFFA-4E8B-A2F8-62615718D784}" type="presParOf" srcId="{79398E51-0DCB-491B-98A5-8DA56A8CBD07}" destId="{711233B4-5845-4835-8895-1F4A8161BBEE}" srcOrd="3" destOrd="0" presId="urn:microsoft.com/office/officeart/2018/5/layout/IconCircleLabelList"/>
    <dgm:cxn modelId="{AC9F2901-09D4-466A-A574-CB77A0445726}" type="presParOf" srcId="{288D427E-A16D-4722-87B8-3CDB1BFAC24D}" destId="{861B5533-D764-4231-B53E-C334B1B302A0}" srcOrd="7" destOrd="0" presId="urn:microsoft.com/office/officeart/2018/5/layout/IconCircleLabelList"/>
    <dgm:cxn modelId="{2718000B-CCEA-4B79-8EE5-FA584E3E8805}" type="presParOf" srcId="{288D427E-A16D-4722-87B8-3CDB1BFAC24D}" destId="{0B210A17-1FC3-47DF-88EA-711864DFB6C1}" srcOrd="8" destOrd="0" presId="urn:microsoft.com/office/officeart/2018/5/layout/IconCircleLabelList"/>
    <dgm:cxn modelId="{5C3EEAB7-A1B1-4849-9613-F6AD59C74483}" type="presParOf" srcId="{0B210A17-1FC3-47DF-88EA-711864DFB6C1}" destId="{EB5EF953-6F0D-45FD-949E-FF1BAB5C9E9C}" srcOrd="0" destOrd="0" presId="urn:microsoft.com/office/officeart/2018/5/layout/IconCircleLabelList"/>
    <dgm:cxn modelId="{FD6F7A1B-93F9-41D9-8213-C461CD73C423}" type="presParOf" srcId="{0B210A17-1FC3-47DF-88EA-711864DFB6C1}" destId="{C1D73FBD-D237-41FE-86F7-802839958AAF}" srcOrd="1" destOrd="0" presId="urn:microsoft.com/office/officeart/2018/5/layout/IconCircleLabelList"/>
    <dgm:cxn modelId="{F09DB49D-9CE4-4A13-BE06-079A930E525D}" type="presParOf" srcId="{0B210A17-1FC3-47DF-88EA-711864DFB6C1}" destId="{65088547-78A1-4782-8ACB-398DE3C6A0FC}" srcOrd="2" destOrd="0" presId="urn:microsoft.com/office/officeart/2018/5/layout/IconCircleLabelList"/>
    <dgm:cxn modelId="{045FD23F-9CF2-4668-951B-E22B23535B71}" type="presParOf" srcId="{0B210A17-1FC3-47DF-88EA-711864DFB6C1}" destId="{58AB8777-667A-4625-9C83-053F72122DA2}" srcOrd="3" destOrd="0" presId="urn:microsoft.com/office/officeart/2018/5/layout/IconCircleLabelList"/>
    <dgm:cxn modelId="{E30C7B03-96AD-44F3-9710-D4ACEDA664A0}" type="presParOf" srcId="{288D427E-A16D-4722-87B8-3CDB1BFAC24D}" destId="{325C30C9-93E9-4533-8DCE-DECDB46BBA3C}" srcOrd="9" destOrd="0" presId="urn:microsoft.com/office/officeart/2018/5/layout/IconCircleLabelList"/>
    <dgm:cxn modelId="{BDE3D05B-7AAA-4AE8-B38E-9DCA22D1C395}" type="presParOf" srcId="{288D427E-A16D-4722-87B8-3CDB1BFAC24D}" destId="{6414BD33-6EB6-4C80-8C24-577ACA79963E}" srcOrd="10" destOrd="0" presId="urn:microsoft.com/office/officeart/2018/5/layout/IconCircleLabelList"/>
    <dgm:cxn modelId="{A9FC351B-2CF6-4C0F-9C88-CDC41B151F15}" type="presParOf" srcId="{6414BD33-6EB6-4C80-8C24-577ACA79963E}" destId="{201E5753-ECFF-4F94-A90F-E897DBE4852D}" srcOrd="0" destOrd="0" presId="urn:microsoft.com/office/officeart/2018/5/layout/IconCircleLabelList"/>
    <dgm:cxn modelId="{FECB0E98-9038-46CB-9994-7F365CC4D42C}" type="presParOf" srcId="{6414BD33-6EB6-4C80-8C24-577ACA79963E}" destId="{1FA0D168-8197-4A32-BCDB-B332ED01FDF0}" srcOrd="1" destOrd="0" presId="urn:microsoft.com/office/officeart/2018/5/layout/IconCircleLabelList"/>
    <dgm:cxn modelId="{E2CDB15F-39FC-4DA8-A8B7-FD18F1EBD290}" type="presParOf" srcId="{6414BD33-6EB6-4C80-8C24-577ACA79963E}" destId="{F8104011-3917-4F3B-8CBF-0BE269C2726F}" srcOrd="2" destOrd="0" presId="urn:microsoft.com/office/officeart/2018/5/layout/IconCircleLabelList"/>
    <dgm:cxn modelId="{999E30A3-39EE-4B57-8B70-B55D726619EC}" type="presParOf" srcId="{6414BD33-6EB6-4C80-8C24-577ACA79963E}" destId="{9D06B73F-1091-4CCB-8CBC-0814C1EB253C}" srcOrd="3" destOrd="0" presId="urn:microsoft.com/office/officeart/2018/5/layout/IconCircleLabelList"/>
    <dgm:cxn modelId="{62E5AEC2-DABC-4766-B5A7-4B0BAF2EE8E8}" type="presParOf" srcId="{288D427E-A16D-4722-87B8-3CDB1BFAC24D}" destId="{76349FA1-69D6-4AF4-9596-1AF835DF24A4}" srcOrd="11" destOrd="0" presId="urn:microsoft.com/office/officeart/2018/5/layout/IconCircleLabelList"/>
    <dgm:cxn modelId="{FD636969-A0AB-4D7D-8E93-531FD968C274}" type="presParOf" srcId="{288D427E-A16D-4722-87B8-3CDB1BFAC24D}" destId="{A8D45AC7-C609-4545-8C03-3243D90FE01A}" srcOrd="12" destOrd="0" presId="urn:microsoft.com/office/officeart/2018/5/layout/IconCircleLabelList"/>
    <dgm:cxn modelId="{32FD2B7E-4A75-4A43-826C-7374B31A7B79}" type="presParOf" srcId="{A8D45AC7-C609-4545-8C03-3243D90FE01A}" destId="{5F47695D-6D4F-42C2-8A39-F7B807DE16EB}" srcOrd="0" destOrd="0" presId="urn:microsoft.com/office/officeart/2018/5/layout/IconCircleLabelList"/>
    <dgm:cxn modelId="{28ECB200-8828-4560-B047-7E2FF5655172}" type="presParOf" srcId="{A8D45AC7-C609-4545-8C03-3243D90FE01A}" destId="{72BB7ABA-0A2A-40EA-A80D-862532D3C58A}" srcOrd="1" destOrd="0" presId="urn:microsoft.com/office/officeart/2018/5/layout/IconCircleLabelList"/>
    <dgm:cxn modelId="{246FC0A9-C957-47B9-AC04-6F88470A7CB6}" type="presParOf" srcId="{A8D45AC7-C609-4545-8C03-3243D90FE01A}" destId="{EB83B6DE-5F1B-42B1-B5E6-BED8B1576131}" srcOrd="2" destOrd="0" presId="urn:microsoft.com/office/officeart/2018/5/layout/IconCircleLabelList"/>
    <dgm:cxn modelId="{DFBDAF31-95B2-43E1-9EAA-BF38D2790FF0}" type="presParOf" srcId="{A8D45AC7-C609-4545-8C03-3243D90FE01A}" destId="{E0844544-BE72-4A30-AA2A-93E0AC6B87E8}" srcOrd="3" destOrd="0" presId="urn:microsoft.com/office/officeart/2018/5/layout/IconCircleLabelList"/>
    <dgm:cxn modelId="{9746430A-FD78-44BE-BA13-51D3E9F891C3}" type="presParOf" srcId="{288D427E-A16D-4722-87B8-3CDB1BFAC24D}" destId="{676D4A35-4BBB-42E7-8B98-545729394863}" srcOrd="13" destOrd="0" presId="urn:microsoft.com/office/officeart/2018/5/layout/IconCircleLabelList"/>
    <dgm:cxn modelId="{ECB6E67F-BCF5-4A3A-85C2-C1F013C75BD5}" type="presParOf" srcId="{288D427E-A16D-4722-87B8-3CDB1BFAC24D}" destId="{A2D148F8-8B15-426C-874D-B4A430EB4078}" srcOrd="14" destOrd="0" presId="urn:microsoft.com/office/officeart/2018/5/layout/IconCircleLabelList"/>
    <dgm:cxn modelId="{A1F33DB8-76D0-49CD-B139-2E42C8130D97}" type="presParOf" srcId="{A2D148F8-8B15-426C-874D-B4A430EB4078}" destId="{DAEFB13A-6199-4CFD-AEE4-B973350D0FC9}" srcOrd="0" destOrd="0" presId="urn:microsoft.com/office/officeart/2018/5/layout/IconCircleLabelList"/>
    <dgm:cxn modelId="{91DF01F0-B5E3-4417-A768-09D186C671EA}" type="presParOf" srcId="{A2D148F8-8B15-426C-874D-B4A430EB4078}" destId="{2E493004-BCA5-421F-A997-3CCEF6C61F6B}" srcOrd="1" destOrd="0" presId="urn:microsoft.com/office/officeart/2018/5/layout/IconCircleLabelList"/>
    <dgm:cxn modelId="{D603DFF0-0E6B-42AB-BAA9-7CF0E1ED0D2C}" type="presParOf" srcId="{A2D148F8-8B15-426C-874D-B4A430EB4078}" destId="{61BF3878-B380-42A5-ADD8-3496EC335D1A}" srcOrd="2" destOrd="0" presId="urn:microsoft.com/office/officeart/2018/5/layout/IconCircleLabelList"/>
    <dgm:cxn modelId="{D534A8D8-B20D-4070-8B64-952A4E0E0484}" type="presParOf" srcId="{A2D148F8-8B15-426C-874D-B4A430EB4078}" destId="{EB119BB6-6280-468A-96E6-7963CF07C7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99451-895E-4915-B91C-C14CF93E0203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A2ECBAD-E1C0-4A6E-AF47-9AB1B4A4C650}">
      <dgm:prSet/>
      <dgm:spPr/>
      <dgm:t>
        <a:bodyPr/>
        <a:lstStyle/>
        <a:p>
          <a:r>
            <a:rPr lang="en-US"/>
            <a:t>• Combines multiple cutting-edge areas: Multi-Agent Systems, IoT, LLM/AI</a:t>
          </a:r>
        </a:p>
      </dgm:t>
    </dgm:pt>
    <dgm:pt modelId="{DB7D9913-788F-4B10-9616-6E445F3DB1B4}" type="parTrans" cxnId="{02C81022-B2EF-4EF3-B9FB-AECB7B571B65}">
      <dgm:prSet/>
      <dgm:spPr/>
      <dgm:t>
        <a:bodyPr/>
        <a:lstStyle/>
        <a:p>
          <a:endParaRPr lang="en-US"/>
        </a:p>
      </dgm:t>
    </dgm:pt>
    <dgm:pt modelId="{3B22FACE-BC17-4826-AFD8-537745A501CA}" type="sibTrans" cxnId="{02C81022-B2EF-4EF3-B9FB-AECB7B571B65}">
      <dgm:prSet/>
      <dgm:spPr/>
      <dgm:t>
        <a:bodyPr/>
        <a:lstStyle/>
        <a:p>
          <a:endParaRPr lang="en-US"/>
        </a:p>
      </dgm:t>
    </dgm:pt>
    <dgm:pt modelId="{085B639C-C878-47BF-9C80-27529756B39C}">
      <dgm:prSet/>
      <dgm:spPr/>
      <dgm:t>
        <a:bodyPr/>
        <a:lstStyle/>
        <a:p>
          <a:r>
            <a:rPr lang="en-US"/>
            <a:t>• Practical industrial application: powerplant asset monitoring</a:t>
          </a:r>
        </a:p>
      </dgm:t>
    </dgm:pt>
    <dgm:pt modelId="{97401C40-878D-4476-BD91-1575EA08BAE5}" type="parTrans" cxnId="{6301B386-3CEA-46E3-9434-078191A9F333}">
      <dgm:prSet/>
      <dgm:spPr/>
      <dgm:t>
        <a:bodyPr/>
        <a:lstStyle/>
        <a:p>
          <a:endParaRPr lang="en-US"/>
        </a:p>
      </dgm:t>
    </dgm:pt>
    <dgm:pt modelId="{3326AEC2-0AA9-4CE2-A247-7D86599AB506}" type="sibTrans" cxnId="{6301B386-3CEA-46E3-9434-078191A9F333}">
      <dgm:prSet/>
      <dgm:spPr/>
      <dgm:t>
        <a:bodyPr/>
        <a:lstStyle/>
        <a:p>
          <a:endParaRPr lang="en-US"/>
        </a:p>
      </dgm:t>
    </dgm:pt>
    <dgm:pt modelId="{4B989FE0-C3FC-4386-87DF-606A828CA471}">
      <dgm:prSet/>
      <dgm:spPr/>
      <dgm:t>
        <a:bodyPr/>
        <a:lstStyle/>
        <a:p>
          <a:r>
            <a:rPr lang="en-US"/>
            <a:t>• End-to-end pipeline: from raw sensors to human-approved tickets</a:t>
          </a:r>
        </a:p>
      </dgm:t>
    </dgm:pt>
    <dgm:pt modelId="{77D5CBE3-015E-4CFD-BC24-562E53E52614}" type="parTrans" cxnId="{48DD7FF2-738F-4C00-B87D-BE06DAAF138B}">
      <dgm:prSet/>
      <dgm:spPr/>
      <dgm:t>
        <a:bodyPr/>
        <a:lstStyle/>
        <a:p>
          <a:endParaRPr lang="en-US"/>
        </a:p>
      </dgm:t>
    </dgm:pt>
    <dgm:pt modelId="{783A4542-CAA9-4333-A383-620C452551D5}" type="sibTrans" cxnId="{48DD7FF2-738F-4C00-B87D-BE06DAAF138B}">
      <dgm:prSet/>
      <dgm:spPr/>
      <dgm:t>
        <a:bodyPr/>
        <a:lstStyle/>
        <a:p>
          <a:endParaRPr lang="en-US"/>
        </a:p>
      </dgm:t>
    </dgm:pt>
    <dgm:pt modelId="{DCFB7D5F-DA44-4A23-A99E-B91604B7B377}">
      <dgm:prSet/>
      <dgm:spPr/>
      <dgm:t>
        <a:bodyPr/>
        <a:lstStyle/>
        <a:p>
          <a:r>
            <a:rPr lang="en-US"/>
            <a:t>• Human-in-the-loop design ensures safety and accountability</a:t>
          </a:r>
        </a:p>
      </dgm:t>
    </dgm:pt>
    <dgm:pt modelId="{84BBF3AC-DE60-44C4-9022-CF47D689A353}" type="parTrans" cxnId="{4FBCF0B7-B384-4661-B8C0-7D9FBAAA92E1}">
      <dgm:prSet/>
      <dgm:spPr/>
      <dgm:t>
        <a:bodyPr/>
        <a:lstStyle/>
        <a:p>
          <a:endParaRPr lang="en-US"/>
        </a:p>
      </dgm:t>
    </dgm:pt>
    <dgm:pt modelId="{07073B4E-4E5B-43A9-86A0-C029134E38BD}" type="sibTrans" cxnId="{4FBCF0B7-B384-4661-B8C0-7D9FBAAA92E1}">
      <dgm:prSet/>
      <dgm:spPr/>
      <dgm:t>
        <a:bodyPr/>
        <a:lstStyle/>
        <a:p>
          <a:endParaRPr lang="en-US"/>
        </a:p>
      </dgm:t>
    </dgm:pt>
    <dgm:pt modelId="{4E4D4AFD-071F-426B-B2EA-D5C59B4C322A}">
      <dgm:prSet/>
      <dgm:spPr/>
      <dgm:t>
        <a:bodyPr/>
        <a:lstStyle/>
        <a:p>
          <a:r>
            <a:rPr lang="en-US"/>
            <a:t>• Extensible: rules, RAG, Salesforce integration, multimodal (3D + VLM)</a:t>
          </a:r>
        </a:p>
      </dgm:t>
    </dgm:pt>
    <dgm:pt modelId="{9930201D-9C6D-4903-A5C1-E4899998E59B}" type="parTrans" cxnId="{3D8B5EAA-542F-4ECD-8762-B71A64D44845}">
      <dgm:prSet/>
      <dgm:spPr/>
      <dgm:t>
        <a:bodyPr/>
        <a:lstStyle/>
        <a:p>
          <a:endParaRPr lang="en-US"/>
        </a:p>
      </dgm:t>
    </dgm:pt>
    <dgm:pt modelId="{0D0FB644-436D-4D52-A77F-01350DEE9AC1}" type="sibTrans" cxnId="{3D8B5EAA-542F-4ECD-8762-B71A64D44845}">
      <dgm:prSet/>
      <dgm:spPr/>
      <dgm:t>
        <a:bodyPr/>
        <a:lstStyle/>
        <a:p>
          <a:endParaRPr lang="en-US"/>
        </a:p>
      </dgm:t>
    </dgm:pt>
    <dgm:pt modelId="{05214159-51E2-AD4B-9B2A-DFDB5348F92A}" type="pres">
      <dgm:prSet presAssocID="{14A99451-895E-4915-B91C-C14CF93E0203}" presName="Name0" presStyleCnt="0">
        <dgm:presLayoutVars>
          <dgm:dir/>
          <dgm:animLvl val="lvl"/>
          <dgm:resizeHandles val="exact"/>
        </dgm:presLayoutVars>
      </dgm:prSet>
      <dgm:spPr/>
    </dgm:pt>
    <dgm:pt modelId="{3A3FDD9F-2424-0F46-8C6B-321BE8D43243}" type="pres">
      <dgm:prSet presAssocID="{4E4D4AFD-071F-426B-B2EA-D5C59B4C322A}" presName="boxAndChildren" presStyleCnt="0"/>
      <dgm:spPr/>
    </dgm:pt>
    <dgm:pt modelId="{13C0C945-0A50-0140-99E1-7D6CC28176C9}" type="pres">
      <dgm:prSet presAssocID="{4E4D4AFD-071F-426B-B2EA-D5C59B4C322A}" presName="parentTextBox" presStyleLbl="node1" presStyleIdx="0" presStyleCnt="5"/>
      <dgm:spPr/>
    </dgm:pt>
    <dgm:pt modelId="{07634A48-E7DE-4C40-AF26-EEE86678E1E7}" type="pres">
      <dgm:prSet presAssocID="{07073B4E-4E5B-43A9-86A0-C029134E38BD}" presName="sp" presStyleCnt="0"/>
      <dgm:spPr/>
    </dgm:pt>
    <dgm:pt modelId="{5BEF7F92-B944-4140-B1D3-4F4608FEE018}" type="pres">
      <dgm:prSet presAssocID="{DCFB7D5F-DA44-4A23-A99E-B91604B7B377}" presName="arrowAndChildren" presStyleCnt="0"/>
      <dgm:spPr/>
    </dgm:pt>
    <dgm:pt modelId="{1B66BFAA-AA48-2249-88CC-831568BF8011}" type="pres">
      <dgm:prSet presAssocID="{DCFB7D5F-DA44-4A23-A99E-B91604B7B377}" presName="parentTextArrow" presStyleLbl="node1" presStyleIdx="1" presStyleCnt="5"/>
      <dgm:spPr/>
    </dgm:pt>
    <dgm:pt modelId="{AA43BA1B-2367-254B-A3AB-8AA763BD8BB3}" type="pres">
      <dgm:prSet presAssocID="{783A4542-CAA9-4333-A383-620C452551D5}" presName="sp" presStyleCnt="0"/>
      <dgm:spPr/>
    </dgm:pt>
    <dgm:pt modelId="{3E6951C2-DE05-3B47-8AFF-F4F55A3153C6}" type="pres">
      <dgm:prSet presAssocID="{4B989FE0-C3FC-4386-87DF-606A828CA471}" presName="arrowAndChildren" presStyleCnt="0"/>
      <dgm:spPr/>
    </dgm:pt>
    <dgm:pt modelId="{5814D13B-BD7E-644E-9B15-1F94F88B0345}" type="pres">
      <dgm:prSet presAssocID="{4B989FE0-C3FC-4386-87DF-606A828CA471}" presName="parentTextArrow" presStyleLbl="node1" presStyleIdx="2" presStyleCnt="5"/>
      <dgm:spPr/>
    </dgm:pt>
    <dgm:pt modelId="{E05F8FCD-C4D6-564C-9C67-14E0A0F6673F}" type="pres">
      <dgm:prSet presAssocID="{3326AEC2-0AA9-4CE2-A247-7D86599AB506}" presName="sp" presStyleCnt="0"/>
      <dgm:spPr/>
    </dgm:pt>
    <dgm:pt modelId="{3DF8A44E-47CB-594F-9205-EBA89A757F22}" type="pres">
      <dgm:prSet presAssocID="{085B639C-C878-47BF-9C80-27529756B39C}" presName="arrowAndChildren" presStyleCnt="0"/>
      <dgm:spPr/>
    </dgm:pt>
    <dgm:pt modelId="{387532F8-0854-AF4E-B514-CF41773F0672}" type="pres">
      <dgm:prSet presAssocID="{085B639C-C878-47BF-9C80-27529756B39C}" presName="parentTextArrow" presStyleLbl="node1" presStyleIdx="3" presStyleCnt="5"/>
      <dgm:spPr/>
    </dgm:pt>
    <dgm:pt modelId="{F4D392F1-97E4-C145-BC40-798BCEDD5C0B}" type="pres">
      <dgm:prSet presAssocID="{3B22FACE-BC17-4826-AFD8-537745A501CA}" presName="sp" presStyleCnt="0"/>
      <dgm:spPr/>
    </dgm:pt>
    <dgm:pt modelId="{FED1C6DE-580B-4942-A20B-25295240BB6E}" type="pres">
      <dgm:prSet presAssocID="{DA2ECBAD-E1C0-4A6E-AF47-9AB1B4A4C650}" presName="arrowAndChildren" presStyleCnt="0"/>
      <dgm:spPr/>
    </dgm:pt>
    <dgm:pt modelId="{07CE9ACA-409F-C44E-9FDC-0ABA64BE5484}" type="pres">
      <dgm:prSet presAssocID="{DA2ECBAD-E1C0-4A6E-AF47-9AB1B4A4C650}" presName="parentTextArrow" presStyleLbl="node1" presStyleIdx="4" presStyleCnt="5"/>
      <dgm:spPr/>
    </dgm:pt>
  </dgm:ptLst>
  <dgm:cxnLst>
    <dgm:cxn modelId="{DC16F100-0BEC-5944-BD5F-9681CA89F271}" type="presOf" srcId="{085B639C-C878-47BF-9C80-27529756B39C}" destId="{387532F8-0854-AF4E-B514-CF41773F0672}" srcOrd="0" destOrd="0" presId="urn:microsoft.com/office/officeart/2005/8/layout/process4"/>
    <dgm:cxn modelId="{D04DF30C-45F5-CC4D-A816-4D93869557DF}" type="presOf" srcId="{DCFB7D5F-DA44-4A23-A99E-B91604B7B377}" destId="{1B66BFAA-AA48-2249-88CC-831568BF8011}" srcOrd="0" destOrd="0" presId="urn:microsoft.com/office/officeart/2005/8/layout/process4"/>
    <dgm:cxn modelId="{B884B41A-DD9E-E441-B451-2E25D205F075}" type="presOf" srcId="{DA2ECBAD-E1C0-4A6E-AF47-9AB1B4A4C650}" destId="{07CE9ACA-409F-C44E-9FDC-0ABA64BE5484}" srcOrd="0" destOrd="0" presId="urn:microsoft.com/office/officeart/2005/8/layout/process4"/>
    <dgm:cxn modelId="{02C81022-B2EF-4EF3-B9FB-AECB7B571B65}" srcId="{14A99451-895E-4915-B91C-C14CF93E0203}" destId="{DA2ECBAD-E1C0-4A6E-AF47-9AB1B4A4C650}" srcOrd="0" destOrd="0" parTransId="{DB7D9913-788F-4B10-9616-6E445F3DB1B4}" sibTransId="{3B22FACE-BC17-4826-AFD8-537745A501CA}"/>
    <dgm:cxn modelId="{27F17B57-F204-1142-BE31-2F2245C7483C}" type="presOf" srcId="{14A99451-895E-4915-B91C-C14CF93E0203}" destId="{05214159-51E2-AD4B-9B2A-DFDB5348F92A}" srcOrd="0" destOrd="0" presId="urn:microsoft.com/office/officeart/2005/8/layout/process4"/>
    <dgm:cxn modelId="{44C3C26E-1FFF-6743-838A-D2E4702CB8FF}" type="presOf" srcId="{4B989FE0-C3FC-4386-87DF-606A828CA471}" destId="{5814D13B-BD7E-644E-9B15-1F94F88B0345}" srcOrd="0" destOrd="0" presId="urn:microsoft.com/office/officeart/2005/8/layout/process4"/>
    <dgm:cxn modelId="{6301B386-3CEA-46E3-9434-078191A9F333}" srcId="{14A99451-895E-4915-B91C-C14CF93E0203}" destId="{085B639C-C878-47BF-9C80-27529756B39C}" srcOrd="1" destOrd="0" parTransId="{97401C40-878D-4476-BD91-1575EA08BAE5}" sibTransId="{3326AEC2-0AA9-4CE2-A247-7D86599AB506}"/>
    <dgm:cxn modelId="{3D8B5EAA-542F-4ECD-8762-B71A64D44845}" srcId="{14A99451-895E-4915-B91C-C14CF93E0203}" destId="{4E4D4AFD-071F-426B-B2EA-D5C59B4C322A}" srcOrd="4" destOrd="0" parTransId="{9930201D-9C6D-4903-A5C1-E4899998E59B}" sibTransId="{0D0FB644-436D-4D52-A77F-01350DEE9AC1}"/>
    <dgm:cxn modelId="{4FBCF0B7-B384-4661-B8C0-7D9FBAAA92E1}" srcId="{14A99451-895E-4915-B91C-C14CF93E0203}" destId="{DCFB7D5F-DA44-4A23-A99E-B91604B7B377}" srcOrd="3" destOrd="0" parTransId="{84BBF3AC-DE60-44C4-9022-CF47D689A353}" sibTransId="{07073B4E-4E5B-43A9-86A0-C029134E38BD}"/>
    <dgm:cxn modelId="{BE7C8EC6-B9ED-2A47-8195-5B4F801C798F}" type="presOf" srcId="{4E4D4AFD-071F-426B-B2EA-D5C59B4C322A}" destId="{13C0C945-0A50-0140-99E1-7D6CC28176C9}" srcOrd="0" destOrd="0" presId="urn:microsoft.com/office/officeart/2005/8/layout/process4"/>
    <dgm:cxn modelId="{48DD7FF2-738F-4C00-B87D-BE06DAAF138B}" srcId="{14A99451-895E-4915-B91C-C14CF93E0203}" destId="{4B989FE0-C3FC-4386-87DF-606A828CA471}" srcOrd="2" destOrd="0" parTransId="{77D5CBE3-015E-4CFD-BC24-562E53E52614}" sibTransId="{783A4542-CAA9-4333-A383-620C452551D5}"/>
    <dgm:cxn modelId="{CB0F7E8B-4A76-DD45-9891-8979A2B1FA21}" type="presParOf" srcId="{05214159-51E2-AD4B-9B2A-DFDB5348F92A}" destId="{3A3FDD9F-2424-0F46-8C6B-321BE8D43243}" srcOrd="0" destOrd="0" presId="urn:microsoft.com/office/officeart/2005/8/layout/process4"/>
    <dgm:cxn modelId="{48D8A48D-B7BF-7546-96F8-C9F8F9520E20}" type="presParOf" srcId="{3A3FDD9F-2424-0F46-8C6B-321BE8D43243}" destId="{13C0C945-0A50-0140-99E1-7D6CC28176C9}" srcOrd="0" destOrd="0" presId="urn:microsoft.com/office/officeart/2005/8/layout/process4"/>
    <dgm:cxn modelId="{735DAD11-31EA-F548-B3C3-0A4BE06149A0}" type="presParOf" srcId="{05214159-51E2-AD4B-9B2A-DFDB5348F92A}" destId="{07634A48-E7DE-4C40-AF26-EEE86678E1E7}" srcOrd="1" destOrd="0" presId="urn:microsoft.com/office/officeart/2005/8/layout/process4"/>
    <dgm:cxn modelId="{110701F5-847C-9C4F-B63C-839B023E3278}" type="presParOf" srcId="{05214159-51E2-AD4B-9B2A-DFDB5348F92A}" destId="{5BEF7F92-B944-4140-B1D3-4F4608FEE018}" srcOrd="2" destOrd="0" presId="urn:microsoft.com/office/officeart/2005/8/layout/process4"/>
    <dgm:cxn modelId="{C56A56DE-7799-C847-BE60-E1CBFDD61BA7}" type="presParOf" srcId="{5BEF7F92-B944-4140-B1D3-4F4608FEE018}" destId="{1B66BFAA-AA48-2249-88CC-831568BF8011}" srcOrd="0" destOrd="0" presId="urn:microsoft.com/office/officeart/2005/8/layout/process4"/>
    <dgm:cxn modelId="{B19D5F34-1ED9-494D-8D57-32F7CEEA0C94}" type="presParOf" srcId="{05214159-51E2-AD4B-9B2A-DFDB5348F92A}" destId="{AA43BA1B-2367-254B-A3AB-8AA763BD8BB3}" srcOrd="3" destOrd="0" presId="urn:microsoft.com/office/officeart/2005/8/layout/process4"/>
    <dgm:cxn modelId="{88A54358-4110-EA4F-92C1-11616CF6E5C6}" type="presParOf" srcId="{05214159-51E2-AD4B-9B2A-DFDB5348F92A}" destId="{3E6951C2-DE05-3B47-8AFF-F4F55A3153C6}" srcOrd="4" destOrd="0" presId="urn:microsoft.com/office/officeart/2005/8/layout/process4"/>
    <dgm:cxn modelId="{53AC708C-DE24-BA47-90C0-311870623F14}" type="presParOf" srcId="{3E6951C2-DE05-3B47-8AFF-F4F55A3153C6}" destId="{5814D13B-BD7E-644E-9B15-1F94F88B0345}" srcOrd="0" destOrd="0" presId="urn:microsoft.com/office/officeart/2005/8/layout/process4"/>
    <dgm:cxn modelId="{C8C20E42-CA26-C943-AB7F-E0197F39A34A}" type="presParOf" srcId="{05214159-51E2-AD4B-9B2A-DFDB5348F92A}" destId="{E05F8FCD-C4D6-564C-9C67-14E0A0F6673F}" srcOrd="5" destOrd="0" presId="urn:microsoft.com/office/officeart/2005/8/layout/process4"/>
    <dgm:cxn modelId="{F3F79040-95F0-584D-A140-CA4BCF774F68}" type="presParOf" srcId="{05214159-51E2-AD4B-9B2A-DFDB5348F92A}" destId="{3DF8A44E-47CB-594F-9205-EBA89A757F22}" srcOrd="6" destOrd="0" presId="urn:microsoft.com/office/officeart/2005/8/layout/process4"/>
    <dgm:cxn modelId="{F41C216E-649C-1649-A24F-75AE2B5E530E}" type="presParOf" srcId="{3DF8A44E-47CB-594F-9205-EBA89A757F22}" destId="{387532F8-0854-AF4E-B514-CF41773F0672}" srcOrd="0" destOrd="0" presId="urn:microsoft.com/office/officeart/2005/8/layout/process4"/>
    <dgm:cxn modelId="{4D8DFBC5-DDAE-B943-A346-65E4D7D558D3}" type="presParOf" srcId="{05214159-51E2-AD4B-9B2A-DFDB5348F92A}" destId="{F4D392F1-97E4-C145-BC40-798BCEDD5C0B}" srcOrd="7" destOrd="0" presId="urn:microsoft.com/office/officeart/2005/8/layout/process4"/>
    <dgm:cxn modelId="{39A18B37-1A03-5348-A1A4-EF370DACA4B3}" type="presParOf" srcId="{05214159-51E2-AD4B-9B2A-DFDB5348F92A}" destId="{FED1C6DE-580B-4942-A20B-25295240BB6E}" srcOrd="8" destOrd="0" presId="urn:microsoft.com/office/officeart/2005/8/layout/process4"/>
    <dgm:cxn modelId="{72BBD09B-6427-ED4D-92B5-2721F1DB5E4D}" type="presParOf" srcId="{FED1C6DE-580B-4942-A20B-25295240BB6E}" destId="{07CE9ACA-409F-C44E-9FDC-0ABA64BE548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E5F487-103F-4531-8FB5-3AFA5A46D3A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616E0C-6FF5-4682-88C8-418D91BC7EC1}">
      <dgm:prSet/>
      <dgm:spPr/>
      <dgm:t>
        <a:bodyPr/>
        <a:lstStyle/>
        <a:p>
          <a:r>
            <a:rPr lang="en-US"/>
            <a:t>• Industrial IoT generates massive sensor data; manual monitoring is costly</a:t>
          </a:r>
        </a:p>
      </dgm:t>
    </dgm:pt>
    <dgm:pt modelId="{2D8A1C93-4D11-48F2-802A-2C58CAE89908}" type="parTrans" cxnId="{C18B2206-5936-4593-B06E-FF5E42CBB76D}">
      <dgm:prSet/>
      <dgm:spPr/>
      <dgm:t>
        <a:bodyPr/>
        <a:lstStyle/>
        <a:p>
          <a:endParaRPr lang="en-US"/>
        </a:p>
      </dgm:t>
    </dgm:pt>
    <dgm:pt modelId="{0FE475DB-76A5-4C28-8398-54ABC2E18858}" type="sibTrans" cxnId="{C18B2206-5936-4593-B06E-FF5E42CBB76D}">
      <dgm:prSet/>
      <dgm:spPr/>
      <dgm:t>
        <a:bodyPr/>
        <a:lstStyle/>
        <a:p>
          <a:endParaRPr lang="en-US"/>
        </a:p>
      </dgm:t>
    </dgm:pt>
    <dgm:pt modelId="{0600916F-ECC7-47A2-A368-2074C95E89AA}">
      <dgm:prSet/>
      <dgm:spPr/>
      <dgm:t>
        <a:bodyPr/>
        <a:lstStyle/>
        <a:p>
          <a:r>
            <a:rPr lang="en-US"/>
            <a:t>• Early anomaly detection prevents equipment failure and downtime</a:t>
          </a:r>
        </a:p>
      </dgm:t>
    </dgm:pt>
    <dgm:pt modelId="{67084C49-99D0-4919-87F5-3CB6D6254DF5}" type="parTrans" cxnId="{DFFC6653-6F55-422E-9EBD-E8CC4B74470A}">
      <dgm:prSet/>
      <dgm:spPr/>
      <dgm:t>
        <a:bodyPr/>
        <a:lstStyle/>
        <a:p>
          <a:endParaRPr lang="en-US"/>
        </a:p>
      </dgm:t>
    </dgm:pt>
    <dgm:pt modelId="{5F0D7EEA-4813-4FF0-91CC-03264FA6C6F9}" type="sibTrans" cxnId="{DFFC6653-6F55-422E-9EBD-E8CC4B74470A}">
      <dgm:prSet/>
      <dgm:spPr/>
      <dgm:t>
        <a:bodyPr/>
        <a:lstStyle/>
        <a:p>
          <a:endParaRPr lang="en-US"/>
        </a:p>
      </dgm:t>
    </dgm:pt>
    <dgm:pt modelId="{BC9AD725-F3AC-4FF3-88C8-7650577C04A1}">
      <dgm:prSet/>
      <dgm:spPr/>
      <dgm:t>
        <a:bodyPr/>
        <a:lstStyle/>
        <a:p>
          <a:r>
            <a:rPr lang="en-US"/>
            <a:t>• Root cause analysis (RCA) reduces mean-time-to-repair (MTTR)</a:t>
          </a:r>
        </a:p>
      </dgm:t>
    </dgm:pt>
    <dgm:pt modelId="{482271FB-9FA9-43E4-B714-90D62A688810}" type="parTrans" cxnId="{10FDBCAD-D3C0-4A58-B7B4-19BB4B992AC9}">
      <dgm:prSet/>
      <dgm:spPr/>
      <dgm:t>
        <a:bodyPr/>
        <a:lstStyle/>
        <a:p>
          <a:endParaRPr lang="en-US"/>
        </a:p>
      </dgm:t>
    </dgm:pt>
    <dgm:pt modelId="{9022D6E0-8BB2-45CE-B646-A9A7DE7ED6A1}" type="sibTrans" cxnId="{10FDBCAD-D3C0-4A58-B7B4-19BB4B992AC9}">
      <dgm:prSet/>
      <dgm:spPr/>
      <dgm:t>
        <a:bodyPr/>
        <a:lstStyle/>
        <a:p>
          <a:endParaRPr lang="en-US"/>
        </a:p>
      </dgm:t>
    </dgm:pt>
    <dgm:pt modelId="{3FDF9416-BE26-404B-93A6-1A277ACBDD0D}">
      <dgm:prSet/>
      <dgm:spPr/>
      <dgm:t>
        <a:bodyPr/>
        <a:lstStyle/>
        <a:p>
          <a:r>
            <a:rPr lang="en-US"/>
            <a:t>• Automated ticket creation streamlines maintenance workflows</a:t>
          </a:r>
        </a:p>
      </dgm:t>
    </dgm:pt>
    <dgm:pt modelId="{A7D56DEA-1EE8-48F2-AEFB-E2110905E8AA}" type="parTrans" cxnId="{35EC419F-F565-4601-B332-82D818A683E4}">
      <dgm:prSet/>
      <dgm:spPr/>
      <dgm:t>
        <a:bodyPr/>
        <a:lstStyle/>
        <a:p>
          <a:endParaRPr lang="en-US"/>
        </a:p>
      </dgm:t>
    </dgm:pt>
    <dgm:pt modelId="{3F58AE3C-7B34-419D-A24D-0DA15B46C317}" type="sibTrans" cxnId="{35EC419F-F565-4601-B332-82D818A683E4}">
      <dgm:prSet/>
      <dgm:spPr/>
      <dgm:t>
        <a:bodyPr/>
        <a:lstStyle/>
        <a:p>
          <a:endParaRPr lang="en-US"/>
        </a:p>
      </dgm:t>
    </dgm:pt>
    <dgm:pt modelId="{68A025F5-19D7-40C9-ABBF-40BB8BB79617}">
      <dgm:prSet/>
      <dgm:spPr/>
      <dgm:t>
        <a:bodyPr/>
        <a:lstStyle/>
        <a:p>
          <a:r>
            <a:rPr lang="en-US"/>
            <a:t>• Human review loop maintains quality and builds trust</a:t>
          </a:r>
        </a:p>
      </dgm:t>
    </dgm:pt>
    <dgm:pt modelId="{90002D57-1B8B-4AE9-A066-6D07EF0435A5}" type="parTrans" cxnId="{509491A8-A1B9-49AD-9718-93CA2DCA78AB}">
      <dgm:prSet/>
      <dgm:spPr/>
      <dgm:t>
        <a:bodyPr/>
        <a:lstStyle/>
        <a:p>
          <a:endParaRPr lang="en-US"/>
        </a:p>
      </dgm:t>
    </dgm:pt>
    <dgm:pt modelId="{47923EF4-3F4D-4B9D-BAB4-5F2A2A297F2B}" type="sibTrans" cxnId="{509491A8-A1B9-49AD-9718-93CA2DCA78AB}">
      <dgm:prSet/>
      <dgm:spPr/>
      <dgm:t>
        <a:bodyPr/>
        <a:lstStyle/>
        <a:p>
          <a:endParaRPr lang="en-US"/>
        </a:p>
      </dgm:t>
    </dgm:pt>
    <dgm:pt modelId="{8D221E20-BE8C-6B41-B1E5-A6B1397CAB0C}" type="pres">
      <dgm:prSet presAssocID="{42E5F487-103F-4531-8FB5-3AFA5A46D3AD}" presName="vert0" presStyleCnt="0">
        <dgm:presLayoutVars>
          <dgm:dir/>
          <dgm:animOne val="branch"/>
          <dgm:animLvl val="lvl"/>
        </dgm:presLayoutVars>
      </dgm:prSet>
      <dgm:spPr/>
    </dgm:pt>
    <dgm:pt modelId="{F4C837FC-B3B5-B646-B7A4-BBA38CBB55D7}" type="pres">
      <dgm:prSet presAssocID="{54616E0C-6FF5-4682-88C8-418D91BC7EC1}" presName="thickLine" presStyleLbl="alignNode1" presStyleIdx="0" presStyleCnt="5"/>
      <dgm:spPr/>
    </dgm:pt>
    <dgm:pt modelId="{2F87D424-EAFE-7744-A92B-31F9F34FBF65}" type="pres">
      <dgm:prSet presAssocID="{54616E0C-6FF5-4682-88C8-418D91BC7EC1}" presName="horz1" presStyleCnt="0"/>
      <dgm:spPr/>
    </dgm:pt>
    <dgm:pt modelId="{D3D66E02-8DCC-9E44-87E6-2B4AECCC5921}" type="pres">
      <dgm:prSet presAssocID="{54616E0C-6FF5-4682-88C8-418D91BC7EC1}" presName="tx1" presStyleLbl="revTx" presStyleIdx="0" presStyleCnt="5"/>
      <dgm:spPr/>
    </dgm:pt>
    <dgm:pt modelId="{12662FC4-F1F4-2F4C-813B-0484E4E4B8DD}" type="pres">
      <dgm:prSet presAssocID="{54616E0C-6FF5-4682-88C8-418D91BC7EC1}" presName="vert1" presStyleCnt="0"/>
      <dgm:spPr/>
    </dgm:pt>
    <dgm:pt modelId="{51BD08E5-7669-E140-A675-58753976D83A}" type="pres">
      <dgm:prSet presAssocID="{0600916F-ECC7-47A2-A368-2074C95E89AA}" presName="thickLine" presStyleLbl="alignNode1" presStyleIdx="1" presStyleCnt="5"/>
      <dgm:spPr/>
    </dgm:pt>
    <dgm:pt modelId="{D4214DC1-CB08-384B-B63A-71B37E59FDA4}" type="pres">
      <dgm:prSet presAssocID="{0600916F-ECC7-47A2-A368-2074C95E89AA}" presName="horz1" presStyleCnt="0"/>
      <dgm:spPr/>
    </dgm:pt>
    <dgm:pt modelId="{BE05EED2-6FC9-764B-8C0E-531F0FD36697}" type="pres">
      <dgm:prSet presAssocID="{0600916F-ECC7-47A2-A368-2074C95E89AA}" presName="tx1" presStyleLbl="revTx" presStyleIdx="1" presStyleCnt="5"/>
      <dgm:spPr/>
    </dgm:pt>
    <dgm:pt modelId="{5FFEC837-C054-4048-B38E-BC72D04EC081}" type="pres">
      <dgm:prSet presAssocID="{0600916F-ECC7-47A2-A368-2074C95E89AA}" presName="vert1" presStyleCnt="0"/>
      <dgm:spPr/>
    </dgm:pt>
    <dgm:pt modelId="{4F1DB60A-20D0-B248-A828-771FEE388B42}" type="pres">
      <dgm:prSet presAssocID="{BC9AD725-F3AC-4FF3-88C8-7650577C04A1}" presName="thickLine" presStyleLbl="alignNode1" presStyleIdx="2" presStyleCnt="5"/>
      <dgm:spPr/>
    </dgm:pt>
    <dgm:pt modelId="{3F8EDEF6-F349-0B47-966D-0809654CF55C}" type="pres">
      <dgm:prSet presAssocID="{BC9AD725-F3AC-4FF3-88C8-7650577C04A1}" presName="horz1" presStyleCnt="0"/>
      <dgm:spPr/>
    </dgm:pt>
    <dgm:pt modelId="{34CE7FC3-B67D-A349-B698-52F1C299EF76}" type="pres">
      <dgm:prSet presAssocID="{BC9AD725-F3AC-4FF3-88C8-7650577C04A1}" presName="tx1" presStyleLbl="revTx" presStyleIdx="2" presStyleCnt="5"/>
      <dgm:spPr/>
    </dgm:pt>
    <dgm:pt modelId="{3D9A2C2B-E431-6044-923C-796BCE0928DF}" type="pres">
      <dgm:prSet presAssocID="{BC9AD725-F3AC-4FF3-88C8-7650577C04A1}" presName="vert1" presStyleCnt="0"/>
      <dgm:spPr/>
    </dgm:pt>
    <dgm:pt modelId="{81FFE5C7-434A-2D42-A3FD-B2CD3A59DD1F}" type="pres">
      <dgm:prSet presAssocID="{3FDF9416-BE26-404B-93A6-1A277ACBDD0D}" presName="thickLine" presStyleLbl="alignNode1" presStyleIdx="3" presStyleCnt="5"/>
      <dgm:spPr/>
    </dgm:pt>
    <dgm:pt modelId="{5B9CB13E-46FA-BF43-92F1-2343BBBD8939}" type="pres">
      <dgm:prSet presAssocID="{3FDF9416-BE26-404B-93A6-1A277ACBDD0D}" presName="horz1" presStyleCnt="0"/>
      <dgm:spPr/>
    </dgm:pt>
    <dgm:pt modelId="{1B6683B6-2219-F54F-BE2D-CF00DB518F13}" type="pres">
      <dgm:prSet presAssocID="{3FDF9416-BE26-404B-93A6-1A277ACBDD0D}" presName="tx1" presStyleLbl="revTx" presStyleIdx="3" presStyleCnt="5"/>
      <dgm:spPr/>
    </dgm:pt>
    <dgm:pt modelId="{E7464818-91A4-F447-A2EA-40230401787C}" type="pres">
      <dgm:prSet presAssocID="{3FDF9416-BE26-404B-93A6-1A277ACBDD0D}" presName="vert1" presStyleCnt="0"/>
      <dgm:spPr/>
    </dgm:pt>
    <dgm:pt modelId="{0E29EE7C-1CF4-6649-93A5-DC7CF02E13FE}" type="pres">
      <dgm:prSet presAssocID="{68A025F5-19D7-40C9-ABBF-40BB8BB79617}" presName="thickLine" presStyleLbl="alignNode1" presStyleIdx="4" presStyleCnt="5"/>
      <dgm:spPr/>
    </dgm:pt>
    <dgm:pt modelId="{E421D585-5EDA-034C-A0FE-4A463B91FEE4}" type="pres">
      <dgm:prSet presAssocID="{68A025F5-19D7-40C9-ABBF-40BB8BB79617}" presName="horz1" presStyleCnt="0"/>
      <dgm:spPr/>
    </dgm:pt>
    <dgm:pt modelId="{4271D2F9-758D-B84A-B059-FED1E81C06E2}" type="pres">
      <dgm:prSet presAssocID="{68A025F5-19D7-40C9-ABBF-40BB8BB79617}" presName="tx1" presStyleLbl="revTx" presStyleIdx="4" presStyleCnt="5"/>
      <dgm:spPr/>
    </dgm:pt>
    <dgm:pt modelId="{8B345DE2-A059-C846-B9D0-23C822AE2571}" type="pres">
      <dgm:prSet presAssocID="{68A025F5-19D7-40C9-ABBF-40BB8BB79617}" presName="vert1" presStyleCnt="0"/>
      <dgm:spPr/>
    </dgm:pt>
  </dgm:ptLst>
  <dgm:cxnLst>
    <dgm:cxn modelId="{C18B2206-5936-4593-B06E-FF5E42CBB76D}" srcId="{42E5F487-103F-4531-8FB5-3AFA5A46D3AD}" destId="{54616E0C-6FF5-4682-88C8-418D91BC7EC1}" srcOrd="0" destOrd="0" parTransId="{2D8A1C93-4D11-48F2-802A-2C58CAE89908}" sibTransId="{0FE475DB-76A5-4C28-8398-54ABC2E18858}"/>
    <dgm:cxn modelId="{FF4F2C15-CACE-7040-8D77-F9BC49BDE03F}" type="presOf" srcId="{BC9AD725-F3AC-4FF3-88C8-7650577C04A1}" destId="{34CE7FC3-B67D-A349-B698-52F1C299EF76}" srcOrd="0" destOrd="0" presId="urn:microsoft.com/office/officeart/2008/layout/LinedList"/>
    <dgm:cxn modelId="{14BB5717-9AF4-0746-BAB4-1D1581005E78}" type="presOf" srcId="{0600916F-ECC7-47A2-A368-2074C95E89AA}" destId="{BE05EED2-6FC9-764B-8C0E-531F0FD36697}" srcOrd="0" destOrd="0" presId="urn:microsoft.com/office/officeart/2008/layout/LinedList"/>
    <dgm:cxn modelId="{68AE3B19-E87E-E74D-9AE9-EA6DC3F3E335}" type="presOf" srcId="{42E5F487-103F-4531-8FB5-3AFA5A46D3AD}" destId="{8D221E20-BE8C-6B41-B1E5-A6B1397CAB0C}" srcOrd="0" destOrd="0" presId="urn:microsoft.com/office/officeart/2008/layout/LinedList"/>
    <dgm:cxn modelId="{378C062B-8856-134C-9297-F73AE7870482}" type="presOf" srcId="{68A025F5-19D7-40C9-ABBF-40BB8BB79617}" destId="{4271D2F9-758D-B84A-B059-FED1E81C06E2}" srcOrd="0" destOrd="0" presId="urn:microsoft.com/office/officeart/2008/layout/LinedList"/>
    <dgm:cxn modelId="{DFFC6653-6F55-422E-9EBD-E8CC4B74470A}" srcId="{42E5F487-103F-4531-8FB5-3AFA5A46D3AD}" destId="{0600916F-ECC7-47A2-A368-2074C95E89AA}" srcOrd="1" destOrd="0" parTransId="{67084C49-99D0-4919-87F5-3CB6D6254DF5}" sibTransId="{5F0D7EEA-4813-4FF0-91CC-03264FA6C6F9}"/>
    <dgm:cxn modelId="{35EC419F-F565-4601-B332-82D818A683E4}" srcId="{42E5F487-103F-4531-8FB5-3AFA5A46D3AD}" destId="{3FDF9416-BE26-404B-93A6-1A277ACBDD0D}" srcOrd="3" destOrd="0" parTransId="{A7D56DEA-1EE8-48F2-AEFB-E2110905E8AA}" sibTransId="{3F58AE3C-7B34-419D-A24D-0DA15B46C317}"/>
    <dgm:cxn modelId="{509491A8-A1B9-49AD-9718-93CA2DCA78AB}" srcId="{42E5F487-103F-4531-8FB5-3AFA5A46D3AD}" destId="{68A025F5-19D7-40C9-ABBF-40BB8BB79617}" srcOrd="4" destOrd="0" parTransId="{90002D57-1B8B-4AE9-A066-6D07EF0435A5}" sibTransId="{47923EF4-3F4D-4B9D-BAB4-5F2A2A297F2B}"/>
    <dgm:cxn modelId="{10FDBCAD-D3C0-4A58-B7B4-19BB4B992AC9}" srcId="{42E5F487-103F-4531-8FB5-3AFA5A46D3AD}" destId="{BC9AD725-F3AC-4FF3-88C8-7650577C04A1}" srcOrd="2" destOrd="0" parTransId="{482271FB-9FA9-43E4-B714-90D62A688810}" sibTransId="{9022D6E0-8BB2-45CE-B646-A9A7DE7ED6A1}"/>
    <dgm:cxn modelId="{39101FB6-FFF8-F647-B551-F4C06E547FA6}" type="presOf" srcId="{54616E0C-6FF5-4682-88C8-418D91BC7EC1}" destId="{D3D66E02-8DCC-9E44-87E6-2B4AECCC5921}" srcOrd="0" destOrd="0" presId="urn:microsoft.com/office/officeart/2008/layout/LinedList"/>
    <dgm:cxn modelId="{CEE9A2EB-876F-8644-B296-9F666F16B4F7}" type="presOf" srcId="{3FDF9416-BE26-404B-93A6-1A277ACBDD0D}" destId="{1B6683B6-2219-F54F-BE2D-CF00DB518F13}" srcOrd="0" destOrd="0" presId="urn:microsoft.com/office/officeart/2008/layout/LinedList"/>
    <dgm:cxn modelId="{0E5B9602-D9AE-6C42-8944-ACC7C8FC1D78}" type="presParOf" srcId="{8D221E20-BE8C-6B41-B1E5-A6B1397CAB0C}" destId="{F4C837FC-B3B5-B646-B7A4-BBA38CBB55D7}" srcOrd="0" destOrd="0" presId="urn:microsoft.com/office/officeart/2008/layout/LinedList"/>
    <dgm:cxn modelId="{5AB8B2DE-B168-6542-8F6E-4671246416D1}" type="presParOf" srcId="{8D221E20-BE8C-6B41-B1E5-A6B1397CAB0C}" destId="{2F87D424-EAFE-7744-A92B-31F9F34FBF65}" srcOrd="1" destOrd="0" presId="urn:microsoft.com/office/officeart/2008/layout/LinedList"/>
    <dgm:cxn modelId="{93AA73A4-593C-B240-810C-AB76DB41BD00}" type="presParOf" srcId="{2F87D424-EAFE-7744-A92B-31F9F34FBF65}" destId="{D3D66E02-8DCC-9E44-87E6-2B4AECCC5921}" srcOrd="0" destOrd="0" presId="urn:microsoft.com/office/officeart/2008/layout/LinedList"/>
    <dgm:cxn modelId="{7C1D4022-DE34-6741-B83E-38049ADB2BF5}" type="presParOf" srcId="{2F87D424-EAFE-7744-A92B-31F9F34FBF65}" destId="{12662FC4-F1F4-2F4C-813B-0484E4E4B8DD}" srcOrd="1" destOrd="0" presId="urn:microsoft.com/office/officeart/2008/layout/LinedList"/>
    <dgm:cxn modelId="{003D4BB3-9F5D-3042-8271-1DD8C7E67351}" type="presParOf" srcId="{8D221E20-BE8C-6B41-B1E5-A6B1397CAB0C}" destId="{51BD08E5-7669-E140-A675-58753976D83A}" srcOrd="2" destOrd="0" presId="urn:microsoft.com/office/officeart/2008/layout/LinedList"/>
    <dgm:cxn modelId="{9509772A-AE53-E64F-AC6B-20C5EA708AA7}" type="presParOf" srcId="{8D221E20-BE8C-6B41-B1E5-A6B1397CAB0C}" destId="{D4214DC1-CB08-384B-B63A-71B37E59FDA4}" srcOrd="3" destOrd="0" presId="urn:microsoft.com/office/officeart/2008/layout/LinedList"/>
    <dgm:cxn modelId="{793253D6-0847-BF4A-B947-77C2A133BE70}" type="presParOf" srcId="{D4214DC1-CB08-384B-B63A-71B37E59FDA4}" destId="{BE05EED2-6FC9-764B-8C0E-531F0FD36697}" srcOrd="0" destOrd="0" presId="urn:microsoft.com/office/officeart/2008/layout/LinedList"/>
    <dgm:cxn modelId="{81663A6D-4676-F847-B050-69BA7E90B4DE}" type="presParOf" srcId="{D4214DC1-CB08-384B-B63A-71B37E59FDA4}" destId="{5FFEC837-C054-4048-B38E-BC72D04EC081}" srcOrd="1" destOrd="0" presId="urn:microsoft.com/office/officeart/2008/layout/LinedList"/>
    <dgm:cxn modelId="{57BC69BC-D6C0-4644-B26A-BDD519B3ACBD}" type="presParOf" srcId="{8D221E20-BE8C-6B41-B1E5-A6B1397CAB0C}" destId="{4F1DB60A-20D0-B248-A828-771FEE388B42}" srcOrd="4" destOrd="0" presId="urn:microsoft.com/office/officeart/2008/layout/LinedList"/>
    <dgm:cxn modelId="{3FDD2806-9781-384D-98BC-EBB50F3AF6BC}" type="presParOf" srcId="{8D221E20-BE8C-6B41-B1E5-A6B1397CAB0C}" destId="{3F8EDEF6-F349-0B47-966D-0809654CF55C}" srcOrd="5" destOrd="0" presId="urn:microsoft.com/office/officeart/2008/layout/LinedList"/>
    <dgm:cxn modelId="{EC455125-784E-AD45-9FFD-9213ADB02FE6}" type="presParOf" srcId="{3F8EDEF6-F349-0B47-966D-0809654CF55C}" destId="{34CE7FC3-B67D-A349-B698-52F1C299EF76}" srcOrd="0" destOrd="0" presId="urn:microsoft.com/office/officeart/2008/layout/LinedList"/>
    <dgm:cxn modelId="{2AEBFDCD-E26C-AE40-AAD9-03520240F96F}" type="presParOf" srcId="{3F8EDEF6-F349-0B47-966D-0809654CF55C}" destId="{3D9A2C2B-E431-6044-923C-796BCE0928DF}" srcOrd="1" destOrd="0" presId="urn:microsoft.com/office/officeart/2008/layout/LinedList"/>
    <dgm:cxn modelId="{9E794A94-B833-A940-BD0E-56AD0D1A61CA}" type="presParOf" srcId="{8D221E20-BE8C-6B41-B1E5-A6B1397CAB0C}" destId="{81FFE5C7-434A-2D42-A3FD-B2CD3A59DD1F}" srcOrd="6" destOrd="0" presId="urn:microsoft.com/office/officeart/2008/layout/LinedList"/>
    <dgm:cxn modelId="{9B2640AE-811C-A541-BC09-72D47398CCEE}" type="presParOf" srcId="{8D221E20-BE8C-6B41-B1E5-A6B1397CAB0C}" destId="{5B9CB13E-46FA-BF43-92F1-2343BBBD8939}" srcOrd="7" destOrd="0" presId="urn:microsoft.com/office/officeart/2008/layout/LinedList"/>
    <dgm:cxn modelId="{CE06D376-994D-8C40-AC20-0E75513CDE2B}" type="presParOf" srcId="{5B9CB13E-46FA-BF43-92F1-2343BBBD8939}" destId="{1B6683B6-2219-F54F-BE2D-CF00DB518F13}" srcOrd="0" destOrd="0" presId="urn:microsoft.com/office/officeart/2008/layout/LinedList"/>
    <dgm:cxn modelId="{6AD63EB9-68AF-8842-8D40-8FB640B59771}" type="presParOf" srcId="{5B9CB13E-46FA-BF43-92F1-2343BBBD8939}" destId="{E7464818-91A4-F447-A2EA-40230401787C}" srcOrd="1" destOrd="0" presId="urn:microsoft.com/office/officeart/2008/layout/LinedList"/>
    <dgm:cxn modelId="{888F860F-058D-9247-B2B8-FA8D3126079A}" type="presParOf" srcId="{8D221E20-BE8C-6B41-B1E5-A6B1397CAB0C}" destId="{0E29EE7C-1CF4-6649-93A5-DC7CF02E13FE}" srcOrd="8" destOrd="0" presId="urn:microsoft.com/office/officeart/2008/layout/LinedList"/>
    <dgm:cxn modelId="{65D83FF3-E32B-9C4A-952B-3135735F8831}" type="presParOf" srcId="{8D221E20-BE8C-6B41-B1E5-A6B1397CAB0C}" destId="{E421D585-5EDA-034C-A0FE-4A463B91FEE4}" srcOrd="9" destOrd="0" presId="urn:microsoft.com/office/officeart/2008/layout/LinedList"/>
    <dgm:cxn modelId="{171E4448-10CE-6445-8555-9E729B793B80}" type="presParOf" srcId="{E421D585-5EDA-034C-A0FE-4A463B91FEE4}" destId="{4271D2F9-758D-B84A-B059-FED1E81C06E2}" srcOrd="0" destOrd="0" presId="urn:microsoft.com/office/officeart/2008/layout/LinedList"/>
    <dgm:cxn modelId="{00FB302D-7BDF-074D-B26D-F8055F6B9D46}" type="presParOf" srcId="{E421D585-5EDA-034C-A0FE-4A463B91FEE4}" destId="{8B345DE2-A059-C846-B9D0-23C822AE25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0C5D8E-DF24-4EA4-804B-12DCA84D53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016BEA-92C2-48A4-AAD1-E25331A25E93}">
      <dgm:prSet/>
      <dgm:spPr/>
      <dgm:t>
        <a:bodyPr/>
        <a:lstStyle/>
        <a:p>
          <a:r>
            <a:rPr lang="en-US"/>
            <a:t>• Real-time anomaly detection from streaming telemetry</a:t>
          </a:r>
        </a:p>
      </dgm:t>
    </dgm:pt>
    <dgm:pt modelId="{B686D1C9-86CF-41EC-A737-3E7C9A5DB1C8}" type="parTrans" cxnId="{8FDC2B54-0B28-4C91-98BB-16BD0A876623}">
      <dgm:prSet/>
      <dgm:spPr/>
      <dgm:t>
        <a:bodyPr/>
        <a:lstStyle/>
        <a:p>
          <a:endParaRPr lang="en-US"/>
        </a:p>
      </dgm:t>
    </dgm:pt>
    <dgm:pt modelId="{EE1D5B69-0918-481B-BEEF-69EA99E7B06F}" type="sibTrans" cxnId="{8FDC2B54-0B28-4C91-98BB-16BD0A876623}">
      <dgm:prSet/>
      <dgm:spPr/>
      <dgm:t>
        <a:bodyPr/>
        <a:lstStyle/>
        <a:p>
          <a:endParaRPr lang="en-US"/>
        </a:p>
      </dgm:t>
    </dgm:pt>
    <dgm:pt modelId="{1D57FB9A-6205-4BAB-94B8-87F65C444104}">
      <dgm:prSet/>
      <dgm:spPr/>
      <dgm:t>
        <a:bodyPr/>
        <a:lstStyle/>
        <a:p>
          <a:r>
            <a:rPr lang="en-US"/>
            <a:t>• Interpretable root cause diagnosis (not black-box)</a:t>
          </a:r>
        </a:p>
      </dgm:t>
    </dgm:pt>
    <dgm:pt modelId="{230AEBF5-F28D-4862-AF31-A69D707B1BE0}" type="parTrans" cxnId="{61CA50A8-1E07-4D08-BD45-EAE67212D3FC}">
      <dgm:prSet/>
      <dgm:spPr/>
      <dgm:t>
        <a:bodyPr/>
        <a:lstStyle/>
        <a:p>
          <a:endParaRPr lang="en-US"/>
        </a:p>
      </dgm:t>
    </dgm:pt>
    <dgm:pt modelId="{03CF30EF-E03C-4FEF-9A71-3A35BE1916BC}" type="sibTrans" cxnId="{61CA50A8-1E07-4D08-BD45-EAE67212D3FC}">
      <dgm:prSet/>
      <dgm:spPr/>
      <dgm:t>
        <a:bodyPr/>
        <a:lstStyle/>
        <a:p>
          <a:endParaRPr lang="en-US"/>
        </a:p>
      </dgm:t>
    </dgm:pt>
    <dgm:pt modelId="{21D81E33-B0CF-4A48-B067-77B3D3696724}">
      <dgm:prSet/>
      <dgm:spPr/>
      <dgm:t>
        <a:bodyPr/>
        <a:lstStyle/>
        <a:p>
          <a:r>
            <a:rPr lang="en-US"/>
            <a:t>• Automated ticket creation with evidence and recommended actions</a:t>
          </a:r>
        </a:p>
      </dgm:t>
    </dgm:pt>
    <dgm:pt modelId="{64A9F0F5-A651-4086-9C45-BBC86FE7D24B}" type="parTrans" cxnId="{18A6163D-DBF6-4FD3-B5A6-5306E574BDF7}">
      <dgm:prSet/>
      <dgm:spPr/>
      <dgm:t>
        <a:bodyPr/>
        <a:lstStyle/>
        <a:p>
          <a:endParaRPr lang="en-US"/>
        </a:p>
      </dgm:t>
    </dgm:pt>
    <dgm:pt modelId="{072763A9-1DCC-471D-8B63-64081317422A}" type="sibTrans" cxnId="{18A6163D-DBF6-4FD3-B5A6-5306E574BDF7}">
      <dgm:prSet/>
      <dgm:spPr/>
      <dgm:t>
        <a:bodyPr/>
        <a:lstStyle/>
        <a:p>
          <a:endParaRPr lang="en-US"/>
        </a:p>
      </dgm:t>
    </dgm:pt>
    <dgm:pt modelId="{AE562B7C-F0A8-40F1-A024-3CA4725E8472}">
      <dgm:prSet/>
      <dgm:spPr/>
      <dgm:t>
        <a:bodyPr/>
        <a:lstStyle/>
        <a:p>
          <a:r>
            <a:rPr lang="en-US"/>
            <a:t>• Human review interface with approve/reject/edit</a:t>
          </a:r>
        </a:p>
      </dgm:t>
    </dgm:pt>
    <dgm:pt modelId="{D852C969-1D15-4DF6-BFC2-269B1E783C66}" type="parTrans" cxnId="{69919290-F8B2-4EE4-86C7-84D49253E507}">
      <dgm:prSet/>
      <dgm:spPr/>
      <dgm:t>
        <a:bodyPr/>
        <a:lstStyle/>
        <a:p>
          <a:endParaRPr lang="en-US"/>
        </a:p>
      </dgm:t>
    </dgm:pt>
    <dgm:pt modelId="{D2E18507-5681-4783-8A2C-4288FAB95BB7}" type="sibTrans" cxnId="{69919290-F8B2-4EE4-86C7-84D49253E507}">
      <dgm:prSet/>
      <dgm:spPr/>
      <dgm:t>
        <a:bodyPr/>
        <a:lstStyle/>
        <a:p>
          <a:endParaRPr lang="en-US"/>
        </a:p>
      </dgm:t>
    </dgm:pt>
    <dgm:pt modelId="{B52FCB13-6964-44F2-9BA0-1B83ACDCA2E9}">
      <dgm:prSet/>
      <dgm:spPr/>
      <dgm:t>
        <a:bodyPr/>
        <a:lstStyle/>
        <a:p>
          <a:r>
            <a:rPr lang="en-US"/>
            <a:t>• Integration with external systems (e.g., Salesforce)</a:t>
          </a:r>
        </a:p>
      </dgm:t>
    </dgm:pt>
    <dgm:pt modelId="{2C91643A-664A-48A3-A561-89965A082063}" type="parTrans" cxnId="{D7AF4124-C841-41B4-83B3-E2CA2E017E17}">
      <dgm:prSet/>
      <dgm:spPr/>
      <dgm:t>
        <a:bodyPr/>
        <a:lstStyle/>
        <a:p>
          <a:endParaRPr lang="en-US"/>
        </a:p>
      </dgm:t>
    </dgm:pt>
    <dgm:pt modelId="{FE63297E-31BA-49D7-9F08-B7170B9E19C3}" type="sibTrans" cxnId="{D7AF4124-C841-41B4-83B3-E2CA2E017E17}">
      <dgm:prSet/>
      <dgm:spPr/>
      <dgm:t>
        <a:bodyPr/>
        <a:lstStyle/>
        <a:p>
          <a:endParaRPr lang="en-US"/>
        </a:p>
      </dgm:t>
    </dgm:pt>
    <dgm:pt modelId="{8D220CF1-0CC1-5A4B-A031-97D9E5EDE145}" type="pres">
      <dgm:prSet presAssocID="{1F0C5D8E-DF24-4EA4-804B-12DCA84D53B5}" presName="vert0" presStyleCnt="0">
        <dgm:presLayoutVars>
          <dgm:dir/>
          <dgm:animOne val="branch"/>
          <dgm:animLvl val="lvl"/>
        </dgm:presLayoutVars>
      </dgm:prSet>
      <dgm:spPr/>
    </dgm:pt>
    <dgm:pt modelId="{A5A35F2F-758B-D540-9EA1-2C682EF0B271}" type="pres">
      <dgm:prSet presAssocID="{A2016BEA-92C2-48A4-AAD1-E25331A25E93}" presName="thickLine" presStyleLbl="alignNode1" presStyleIdx="0" presStyleCnt="5"/>
      <dgm:spPr/>
    </dgm:pt>
    <dgm:pt modelId="{C9F980CD-4D3A-A740-BB5B-D083C64AEBCB}" type="pres">
      <dgm:prSet presAssocID="{A2016BEA-92C2-48A4-AAD1-E25331A25E93}" presName="horz1" presStyleCnt="0"/>
      <dgm:spPr/>
    </dgm:pt>
    <dgm:pt modelId="{F546C8ED-5973-3440-8B0F-FD214ED6E496}" type="pres">
      <dgm:prSet presAssocID="{A2016BEA-92C2-48A4-AAD1-E25331A25E93}" presName="tx1" presStyleLbl="revTx" presStyleIdx="0" presStyleCnt="5"/>
      <dgm:spPr/>
    </dgm:pt>
    <dgm:pt modelId="{EC8429F9-D42C-6F40-A929-0992DE7216AB}" type="pres">
      <dgm:prSet presAssocID="{A2016BEA-92C2-48A4-AAD1-E25331A25E93}" presName="vert1" presStyleCnt="0"/>
      <dgm:spPr/>
    </dgm:pt>
    <dgm:pt modelId="{FB2F4DFC-31E1-424E-8777-20537ED9C89B}" type="pres">
      <dgm:prSet presAssocID="{1D57FB9A-6205-4BAB-94B8-87F65C444104}" presName="thickLine" presStyleLbl="alignNode1" presStyleIdx="1" presStyleCnt="5"/>
      <dgm:spPr/>
    </dgm:pt>
    <dgm:pt modelId="{2BC225E0-4354-E049-A6D6-CF80E7693EA3}" type="pres">
      <dgm:prSet presAssocID="{1D57FB9A-6205-4BAB-94B8-87F65C444104}" presName="horz1" presStyleCnt="0"/>
      <dgm:spPr/>
    </dgm:pt>
    <dgm:pt modelId="{4CF52A84-2B0E-4346-B0E6-34B9125B3495}" type="pres">
      <dgm:prSet presAssocID="{1D57FB9A-6205-4BAB-94B8-87F65C444104}" presName="tx1" presStyleLbl="revTx" presStyleIdx="1" presStyleCnt="5"/>
      <dgm:spPr/>
    </dgm:pt>
    <dgm:pt modelId="{B578B122-0C3C-C641-8217-6F69090EEB72}" type="pres">
      <dgm:prSet presAssocID="{1D57FB9A-6205-4BAB-94B8-87F65C444104}" presName="vert1" presStyleCnt="0"/>
      <dgm:spPr/>
    </dgm:pt>
    <dgm:pt modelId="{87E1278D-2C45-DF43-99F0-F8B32C73C202}" type="pres">
      <dgm:prSet presAssocID="{21D81E33-B0CF-4A48-B067-77B3D3696724}" presName="thickLine" presStyleLbl="alignNode1" presStyleIdx="2" presStyleCnt="5"/>
      <dgm:spPr/>
    </dgm:pt>
    <dgm:pt modelId="{252CA783-A417-D741-8EA4-34D8567A7C1D}" type="pres">
      <dgm:prSet presAssocID="{21D81E33-B0CF-4A48-B067-77B3D3696724}" presName="horz1" presStyleCnt="0"/>
      <dgm:spPr/>
    </dgm:pt>
    <dgm:pt modelId="{74916EED-564D-E343-AAC2-13139861549B}" type="pres">
      <dgm:prSet presAssocID="{21D81E33-B0CF-4A48-B067-77B3D3696724}" presName="tx1" presStyleLbl="revTx" presStyleIdx="2" presStyleCnt="5"/>
      <dgm:spPr/>
    </dgm:pt>
    <dgm:pt modelId="{0FDF79E1-F120-0543-B8B7-B71FEF2938B7}" type="pres">
      <dgm:prSet presAssocID="{21D81E33-B0CF-4A48-B067-77B3D3696724}" presName="vert1" presStyleCnt="0"/>
      <dgm:spPr/>
    </dgm:pt>
    <dgm:pt modelId="{7DB3B0DE-A1D3-F940-92F9-DE309844CE6E}" type="pres">
      <dgm:prSet presAssocID="{AE562B7C-F0A8-40F1-A024-3CA4725E8472}" presName="thickLine" presStyleLbl="alignNode1" presStyleIdx="3" presStyleCnt="5"/>
      <dgm:spPr/>
    </dgm:pt>
    <dgm:pt modelId="{DA7F74A2-9729-8F49-9FEA-564FF09E4220}" type="pres">
      <dgm:prSet presAssocID="{AE562B7C-F0A8-40F1-A024-3CA4725E8472}" presName="horz1" presStyleCnt="0"/>
      <dgm:spPr/>
    </dgm:pt>
    <dgm:pt modelId="{B04AA083-1D0A-2247-9E8E-88E3F9FEC649}" type="pres">
      <dgm:prSet presAssocID="{AE562B7C-F0A8-40F1-A024-3CA4725E8472}" presName="tx1" presStyleLbl="revTx" presStyleIdx="3" presStyleCnt="5"/>
      <dgm:spPr/>
    </dgm:pt>
    <dgm:pt modelId="{5886F8A6-DFBB-7844-9758-D1C41445ABC2}" type="pres">
      <dgm:prSet presAssocID="{AE562B7C-F0A8-40F1-A024-3CA4725E8472}" presName="vert1" presStyleCnt="0"/>
      <dgm:spPr/>
    </dgm:pt>
    <dgm:pt modelId="{F5017B7F-B7E9-A24F-83DA-0FB22F95D517}" type="pres">
      <dgm:prSet presAssocID="{B52FCB13-6964-44F2-9BA0-1B83ACDCA2E9}" presName="thickLine" presStyleLbl="alignNode1" presStyleIdx="4" presStyleCnt="5"/>
      <dgm:spPr/>
    </dgm:pt>
    <dgm:pt modelId="{8E4E98CB-15B3-3B4D-A4E5-11AD58F51162}" type="pres">
      <dgm:prSet presAssocID="{B52FCB13-6964-44F2-9BA0-1B83ACDCA2E9}" presName="horz1" presStyleCnt="0"/>
      <dgm:spPr/>
    </dgm:pt>
    <dgm:pt modelId="{9290D7F0-0C0D-164A-A224-38CB67A97B99}" type="pres">
      <dgm:prSet presAssocID="{B52FCB13-6964-44F2-9BA0-1B83ACDCA2E9}" presName="tx1" presStyleLbl="revTx" presStyleIdx="4" presStyleCnt="5"/>
      <dgm:spPr/>
    </dgm:pt>
    <dgm:pt modelId="{46006E5F-D162-1D46-A481-FE9B1B6ED364}" type="pres">
      <dgm:prSet presAssocID="{B52FCB13-6964-44F2-9BA0-1B83ACDCA2E9}" presName="vert1" presStyleCnt="0"/>
      <dgm:spPr/>
    </dgm:pt>
  </dgm:ptLst>
  <dgm:cxnLst>
    <dgm:cxn modelId="{D7AF4124-C841-41B4-83B3-E2CA2E017E17}" srcId="{1F0C5D8E-DF24-4EA4-804B-12DCA84D53B5}" destId="{B52FCB13-6964-44F2-9BA0-1B83ACDCA2E9}" srcOrd="4" destOrd="0" parTransId="{2C91643A-664A-48A3-A561-89965A082063}" sibTransId="{FE63297E-31BA-49D7-9F08-B7170B9E19C3}"/>
    <dgm:cxn modelId="{18A6163D-DBF6-4FD3-B5A6-5306E574BDF7}" srcId="{1F0C5D8E-DF24-4EA4-804B-12DCA84D53B5}" destId="{21D81E33-B0CF-4A48-B067-77B3D3696724}" srcOrd="2" destOrd="0" parTransId="{64A9F0F5-A651-4086-9C45-BBC86FE7D24B}" sibTransId="{072763A9-1DCC-471D-8B63-64081317422A}"/>
    <dgm:cxn modelId="{8FDC2B54-0B28-4C91-98BB-16BD0A876623}" srcId="{1F0C5D8E-DF24-4EA4-804B-12DCA84D53B5}" destId="{A2016BEA-92C2-48A4-AAD1-E25331A25E93}" srcOrd="0" destOrd="0" parTransId="{B686D1C9-86CF-41EC-A737-3E7C9A5DB1C8}" sibTransId="{EE1D5B69-0918-481B-BEEF-69EA99E7B06F}"/>
    <dgm:cxn modelId="{69919290-F8B2-4EE4-86C7-84D49253E507}" srcId="{1F0C5D8E-DF24-4EA4-804B-12DCA84D53B5}" destId="{AE562B7C-F0A8-40F1-A024-3CA4725E8472}" srcOrd="3" destOrd="0" parTransId="{D852C969-1D15-4DF6-BFC2-269B1E783C66}" sibTransId="{D2E18507-5681-4783-8A2C-4288FAB95BB7}"/>
    <dgm:cxn modelId="{FA94F9A7-5F1D-224F-B9A8-604CECB3C058}" type="presOf" srcId="{AE562B7C-F0A8-40F1-A024-3CA4725E8472}" destId="{B04AA083-1D0A-2247-9E8E-88E3F9FEC649}" srcOrd="0" destOrd="0" presId="urn:microsoft.com/office/officeart/2008/layout/LinedList"/>
    <dgm:cxn modelId="{61CA50A8-1E07-4D08-BD45-EAE67212D3FC}" srcId="{1F0C5D8E-DF24-4EA4-804B-12DCA84D53B5}" destId="{1D57FB9A-6205-4BAB-94B8-87F65C444104}" srcOrd="1" destOrd="0" parTransId="{230AEBF5-F28D-4862-AF31-A69D707B1BE0}" sibTransId="{03CF30EF-E03C-4FEF-9A71-3A35BE1916BC}"/>
    <dgm:cxn modelId="{AA8199A9-C24C-3841-AE41-63783D97AAB9}" type="presOf" srcId="{1F0C5D8E-DF24-4EA4-804B-12DCA84D53B5}" destId="{8D220CF1-0CC1-5A4B-A031-97D9E5EDE145}" srcOrd="0" destOrd="0" presId="urn:microsoft.com/office/officeart/2008/layout/LinedList"/>
    <dgm:cxn modelId="{4409F2D4-B18D-8649-870A-ADD3106688FC}" type="presOf" srcId="{21D81E33-B0CF-4A48-B067-77B3D3696724}" destId="{74916EED-564D-E343-AAC2-13139861549B}" srcOrd="0" destOrd="0" presId="urn:microsoft.com/office/officeart/2008/layout/LinedList"/>
    <dgm:cxn modelId="{C30296D6-210A-5140-9396-9C4C041447F9}" type="presOf" srcId="{A2016BEA-92C2-48A4-AAD1-E25331A25E93}" destId="{F546C8ED-5973-3440-8B0F-FD214ED6E496}" srcOrd="0" destOrd="0" presId="urn:microsoft.com/office/officeart/2008/layout/LinedList"/>
    <dgm:cxn modelId="{EEC11CE3-6281-354C-B708-36BAD45C0E76}" type="presOf" srcId="{B52FCB13-6964-44F2-9BA0-1B83ACDCA2E9}" destId="{9290D7F0-0C0D-164A-A224-38CB67A97B99}" srcOrd="0" destOrd="0" presId="urn:microsoft.com/office/officeart/2008/layout/LinedList"/>
    <dgm:cxn modelId="{FAF177F9-69F9-0743-BBF9-4EACD5A3673C}" type="presOf" srcId="{1D57FB9A-6205-4BAB-94B8-87F65C444104}" destId="{4CF52A84-2B0E-4346-B0E6-34B9125B3495}" srcOrd="0" destOrd="0" presId="urn:microsoft.com/office/officeart/2008/layout/LinedList"/>
    <dgm:cxn modelId="{A1010C42-8BBD-FE44-8A1E-E70ECC0A20EA}" type="presParOf" srcId="{8D220CF1-0CC1-5A4B-A031-97D9E5EDE145}" destId="{A5A35F2F-758B-D540-9EA1-2C682EF0B271}" srcOrd="0" destOrd="0" presId="urn:microsoft.com/office/officeart/2008/layout/LinedList"/>
    <dgm:cxn modelId="{3560DB3E-A69B-BA46-934A-04BB4E0E391B}" type="presParOf" srcId="{8D220CF1-0CC1-5A4B-A031-97D9E5EDE145}" destId="{C9F980CD-4D3A-A740-BB5B-D083C64AEBCB}" srcOrd="1" destOrd="0" presId="urn:microsoft.com/office/officeart/2008/layout/LinedList"/>
    <dgm:cxn modelId="{57401C16-984C-D24D-A212-2833E5491EA3}" type="presParOf" srcId="{C9F980CD-4D3A-A740-BB5B-D083C64AEBCB}" destId="{F546C8ED-5973-3440-8B0F-FD214ED6E496}" srcOrd="0" destOrd="0" presId="urn:microsoft.com/office/officeart/2008/layout/LinedList"/>
    <dgm:cxn modelId="{3759C7FB-331E-7743-A42C-E1536E0129E3}" type="presParOf" srcId="{C9F980CD-4D3A-A740-BB5B-D083C64AEBCB}" destId="{EC8429F9-D42C-6F40-A929-0992DE7216AB}" srcOrd="1" destOrd="0" presId="urn:microsoft.com/office/officeart/2008/layout/LinedList"/>
    <dgm:cxn modelId="{1051F38F-4716-DF48-AE9C-0FBED6D90B27}" type="presParOf" srcId="{8D220CF1-0CC1-5A4B-A031-97D9E5EDE145}" destId="{FB2F4DFC-31E1-424E-8777-20537ED9C89B}" srcOrd="2" destOrd="0" presId="urn:microsoft.com/office/officeart/2008/layout/LinedList"/>
    <dgm:cxn modelId="{0570355D-9F88-1643-96C4-CF355B079551}" type="presParOf" srcId="{8D220CF1-0CC1-5A4B-A031-97D9E5EDE145}" destId="{2BC225E0-4354-E049-A6D6-CF80E7693EA3}" srcOrd="3" destOrd="0" presId="urn:microsoft.com/office/officeart/2008/layout/LinedList"/>
    <dgm:cxn modelId="{9709ABEB-8544-2741-93C7-CD5CB155C5E0}" type="presParOf" srcId="{2BC225E0-4354-E049-A6D6-CF80E7693EA3}" destId="{4CF52A84-2B0E-4346-B0E6-34B9125B3495}" srcOrd="0" destOrd="0" presId="urn:microsoft.com/office/officeart/2008/layout/LinedList"/>
    <dgm:cxn modelId="{BA21E9F9-A70A-7B44-B015-CDBB159E9F21}" type="presParOf" srcId="{2BC225E0-4354-E049-A6D6-CF80E7693EA3}" destId="{B578B122-0C3C-C641-8217-6F69090EEB72}" srcOrd="1" destOrd="0" presId="urn:microsoft.com/office/officeart/2008/layout/LinedList"/>
    <dgm:cxn modelId="{29CD53BE-ED08-AF4F-9D90-95E5350C1694}" type="presParOf" srcId="{8D220CF1-0CC1-5A4B-A031-97D9E5EDE145}" destId="{87E1278D-2C45-DF43-99F0-F8B32C73C202}" srcOrd="4" destOrd="0" presId="urn:microsoft.com/office/officeart/2008/layout/LinedList"/>
    <dgm:cxn modelId="{530B71C9-BC44-5940-A259-5935753740BE}" type="presParOf" srcId="{8D220CF1-0CC1-5A4B-A031-97D9E5EDE145}" destId="{252CA783-A417-D741-8EA4-34D8567A7C1D}" srcOrd="5" destOrd="0" presId="urn:microsoft.com/office/officeart/2008/layout/LinedList"/>
    <dgm:cxn modelId="{0B57CD1E-E348-6545-927A-521992077BD0}" type="presParOf" srcId="{252CA783-A417-D741-8EA4-34D8567A7C1D}" destId="{74916EED-564D-E343-AAC2-13139861549B}" srcOrd="0" destOrd="0" presId="urn:microsoft.com/office/officeart/2008/layout/LinedList"/>
    <dgm:cxn modelId="{A2EC9C9E-CA92-CE44-9110-5574587624EF}" type="presParOf" srcId="{252CA783-A417-D741-8EA4-34D8567A7C1D}" destId="{0FDF79E1-F120-0543-B8B7-B71FEF2938B7}" srcOrd="1" destOrd="0" presId="urn:microsoft.com/office/officeart/2008/layout/LinedList"/>
    <dgm:cxn modelId="{C747D26C-BBF5-4B4A-90DC-38EB83194BE4}" type="presParOf" srcId="{8D220CF1-0CC1-5A4B-A031-97D9E5EDE145}" destId="{7DB3B0DE-A1D3-F940-92F9-DE309844CE6E}" srcOrd="6" destOrd="0" presId="urn:microsoft.com/office/officeart/2008/layout/LinedList"/>
    <dgm:cxn modelId="{5205C5F7-3033-F341-B434-206739382215}" type="presParOf" srcId="{8D220CF1-0CC1-5A4B-A031-97D9E5EDE145}" destId="{DA7F74A2-9729-8F49-9FEA-564FF09E4220}" srcOrd="7" destOrd="0" presId="urn:microsoft.com/office/officeart/2008/layout/LinedList"/>
    <dgm:cxn modelId="{2C57550E-7265-FC49-8F5B-02E753EDC225}" type="presParOf" srcId="{DA7F74A2-9729-8F49-9FEA-564FF09E4220}" destId="{B04AA083-1D0A-2247-9E8E-88E3F9FEC649}" srcOrd="0" destOrd="0" presId="urn:microsoft.com/office/officeart/2008/layout/LinedList"/>
    <dgm:cxn modelId="{2470C37D-D0E0-A646-9CDC-05CBBD15CB74}" type="presParOf" srcId="{DA7F74A2-9729-8F49-9FEA-564FF09E4220}" destId="{5886F8A6-DFBB-7844-9758-D1C41445ABC2}" srcOrd="1" destOrd="0" presId="urn:microsoft.com/office/officeart/2008/layout/LinedList"/>
    <dgm:cxn modelId="{2E8CD71D-BEDB-C54B-BB74-5EFFC1BD192F}" type="presParOf" srcId="{8D220CF1-0CC1-5A4B-A031-97D9E5EDE145}" destId="{F5017B7F-B7E9-A24F-83DA-0FB22F95D517}" srcOrd="8" destOrd="0" presId="urn:microsoft.com/office/officeart/2008/layout/LinedList"/>
    <dgm:cxn modelId="{EDEB0803-02B2-9E40-BDD8-18F39A11FE25}" type="presParOf" srcId="{8D220CF1-0CC1-5A4B-A031-97D9E5EDE145}" destId="{8E4E98CB-15B3-3B4D-A4E5-11AD58F51162}" srcOrd="9" destOrd="0" presId="urn:microsoft.com/office/officeart/2008/layout/LinedList"/>
    <dgm:cxn modelId="{BB70086C-E51C-9048-B13D-3D9B537AFD07}" type="presParOf" srcId="{8E4E98CB-15B3-3B4D-A4E5-11AD58F51162}" destId="{9290D7F0-0C0D-164A-A224-38CB67A97B99}" srcOrd="0" destOrd="0" presId="urn:microsoft.com/office/officeart/2008/layout/LinedList"/>
    <dgm:cxn modelId="{4308B910-B354-ED40-97A2-93112833FB7E}" type="presParOf" srcId="{8E4E98CB-15B3-3B4D-A4E5-11AD58F51162}" destId="{46006E5F-D162-1D46-A481-FE9B1B6ED3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AE6060-BAF3-4157-B0A1-FB8673BEFDF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13970D-CDDA-4890-81B8-BA25EB30D9E7}">
      <dgm:prSet/>
      <dgm:spPr/>
      <dgm:t>
        <a:bodyPr/>
        <a:lstStyle/>
        <a:p>
          <a:r>
            <a:rPr lang="en-US"/>
            <a:t>• Low latency: detect and diagnose within seconds</a:t>
          </a:r>
        </a:p>
      </dgm:t>
    </dgm:pt>
    <dgm:pt modelId="{BF8B6DFA-2964-4EBA-9B91-D43AA4912324}" type="parTrans" cxnId="{773AB2C7-E6C4-408E-8632-E34B67FD8545}">
      <dgm:prSet/>
      <dgm:spPr/>
      <dgm:t>
        <a:bodyPr/>
        <a:lstStyle/>
        <a:p>
          <a:endParaRPr lang="en-US"/>
        </a:p>
      </dgm:t>
    </dgm:pt>
    <dgm:pt modelId="{CAFE3363-CFC9-4A22-ADEC-DBCABB6C0F6A}" type="sibTrans" cxnId="{773AB2C7-E6C4-408E-8632-E34B67FD8545}">
      <dgm:prSet/>
      <dgm:spPr/>
      <dgm:t>
        <a:bodyPr/>
        <a:lstStyle/>
        <a:p>
          <a:endParaRPr lang="en-US"/>
        </a:p>
      </dgm:t>
    </dgm:pt>
    <dgm:pt modelId="{FBBBD35A-113D-459C-A75F-5C5FEC8839C7}">
      <dgm:prSet/>
      <dgm:spPr/>
      <dgm:t>
        <a:bodyPr/>
        <a:lstStyle/>
        <a:p>
          <a:r>
            <a:rPr lang="en-US"/>
            <a:t>• Explainability: evidence and rules, not just predictions</a:t>
          </a:r>
        </a:p>
      </dgm:t>
    </dgm:pt>
    <dgm:pt modelId="{36B256BB-EA94-4396-9319-55CD892E65D4}" type="parTrans" cxnId="{04F65186-7457-475E-932E-12F83FE50B80}">
      <dgm:prSet/>
      <dgm:spPr/>
      <dgm:t>
        <a:bodyPr/>
        <a:lstStyle/>
        <a:p>
          <a:endParaRPr lang="en-US"/>
        </a:p>
      </dgm:t>
    </dgm:pt>
    <dgm:pt modelId="{265BBF8A-9D60-425F-A277-942FB89157D5}" type="sibTrans" cxnId="{04F65186-7457-475E-932E-12F83FE50B80}">
      <dgm:prSet/>
      <dgm:spPr/>
      <dgm:t>
        <a:bodyPr/>
        <a:lstStyle/>
        <a:p>
          <a:endParaRPr lang="en-US"/>
        </a:p>
      </dgm:t>
    </dgm:pt>
    <dgm:pt modelId="{7E5D5A14-B4A9-4B40-B58E-9BB1BDDB1E8E}">
      <dgm:prSet/>
      <dgm:spPr/>
      <dgm:t>
        <a:bodyPr/>
        <a:lstStyle/>
        <a:p>
          <a:r>
            <a:rPr lang="en-US"/>
            <a:t>• Scalability: multiple assets, MQTT pub/sub</a:t>
          </a:r>
        </a:p>
      </dgm:t>
    </dgm:pt>
    <dgm:pt modelId="{6C446A08-834D-4752-9B23-BD4866132BB9}" type="parTrans" cxnId="{CA66EC79-4B17-46B0-8BA8-3018DDD2DCCA}">
      <dgm:prSet/>
      <dgm:spPr/>
      <dgm:t>
        <a:bodyPr/>
        <a:lstStyle/>
        <a:p>
          <a:endParaRPr lang="en-US"/>
        </a:p>
      </dgm:t>
    </dgm:pt>
    <dgm:pt modelId="{362F9FE6-FD24-438C-98ED-4D6B87930EE7}" type="sibTrans" cxnId="{CA66EC79-4B17-46B0-8BA8-3018DDD2DCCA}">
      <dgm:prSet/>
      <dgm:spPr/>
      <dgm:t>
        <a:bodyPr/>
        <a:lstStyle/>
        <a:p>
          <a:endParaRPr lang="en-US"/>
        </a:p>
      </dgm:t>
    </dgm:pt>
    <dgm:pt modelId="{D6F1B2DE-BD84-42AA-B47E-8B86C3B3D7E4}">
      <dgm:prSet/>
      <dgm:spPr/>
      <dgm:t>
        <a:bodyPr/>
        <a:lstStyle/>
        <a:p>
          <a:r>
            <a:rPr lang="en-US"/>
            <a:t>• Reproducibility: fault injection, scenario-driven testing</a:t>
          </a:r>
        </a:p>
      </dgm:t>
    </dgm:pt>
    <dgm:pt modelId="{49DF4321-04DE-4570-B4F0-B2925323F555}" type="parTrans" cxnId="{932108C8-01E0-4AB4-A40E-D3B2271D866B}">
      <dgm:prSet/>
      <dgm:spPr/>
      <dgm:t>
        <a:bodyPr/>
        <a:lstStyle/>
        <a:p>
          <a:endParaRPr lang="en-US"/>
        </a:p>
      </dgm:t>
    </dgm:pt>
    <dgm:pt modelId="{3C5F9180-8F30-412B-99F4-28A039B526D0}" type="sibTrans" cxnId="{932108C8-01E0-4AB4-A40E-D3B2271D866B}">
      <dgm:prSet/>
      <dgm:spPr/>
      <dgm:t>
        <a:bodyPr/>
        <a:lstStyle/>
        <a:p>
          <a:endParaRPr lang="en-US"/>
        </a:p>
      </dgm:t>
    </dgm:pt>
    <dgm:pt modelId="{0214C66E-A35D-2B4A-BCC4-509517E1E4E0}" type="pres">
      <dgm:prSet presAssocID="{4CAE6060-BAF3-4157-B0A1-FB8673BEFDF6}" presName="vert0" presStyleCnt="0">
        <dgm:presLayoutVars>
          <dgm:dir/>
          <dgm:animOne val="branch"/>
          <dgm:animLvl val="lvl"/>
        </dgm:presLayoutVars>
      </dgm:prSet>
      <dgm:spPr/>
    </dgm:pt>
    <dgm:pt modelId="{EA5FB3C1-A1CC-4245-B440-780A7A55D179}" type="pres">
      <dgm:prSet presAssocID="{3213970D-CDDA-4890-81B8-BA25EB30D9E7}" presName="thickLine" presStyleLbl="alignNode1" presStyleIdx="0" presStyleCnt="4"/>
      <dgm:spPr/>
    </dgm:pt>
    <dgm:pt modelId="{62709EEB-4EB8-6248-A851-3E91DC43DE65}" type="pres">
      <dgm:prSet presAssocID="{3213970D-CDDA-4890-81B8-BA25EB30D9E7}" presName="horz1" presStyleCnt="0"/>
      <dgm:spPr/>
    </dgm:pt>
    <dgm:pt modelId="{E12ADA2E-0DA2-214C-B013-8349643C5714}" type="pres">
      <dgm:prSet presAssocID="{3213970D-CDDA-4890-81B8-BA25EB30D9E7}" presName="tx1" presStyleLbl="revTx" presStyleIdx="0" presStyleCnt="4"/>
      <dgm:spPr/>
    </dgm:pt>
    <dgm:pt modelId="{7BD13EB9-C7F0-1043-A0E4-38F8CB6DE70C}" type="pres">
      <dgm:prSet presAssocID="{3213970D-CDDA-4890-81B8-BA25EB30D9E7}" presName="vert1" presStyleCnt="0"/>
      <dgm:spPr/>
    </dgm:pt>
    <dgm:pt modelId="{B4882A74-58AC-1749-8346-6AA19AC3E30A}" type="pres">
      <dgm:prSet presAssocID="{FBBBD35A-113D-459C-A75F-5C5FEC8839C7}" presName="thickLine" presStyleLbl="alignNode1" presStyleIdx="1" presStyleCnt="4"/>
      <dgm:spPr/>
    </dgm:pt>
    <dgm:pt modelId="{0AC9AAC4-003D-FC49-B831-45FF4675E70E}" type="pres">
      <dgm:prSet presAssocID="{FBBBD35A-113D-459C-A75F-5C5FEC8839C7}" presName="horz1" presStyleCnt="0"/>
      <dgm:spPr/>
    </dgm:pt>
    <dgm:pt modelId="{2408D92E-D44D-014F-B85C-9942359EF9D2}" type="pres">
      <dgm:prSet presAssocID="{FBBBD35A-113D-459C-A75F-5C5FEC8839C7}" presName="tx1" presStyleLbl="revTx" presStyleIdx="1" presStyleCnt="4"/>
      <dgm:spPr/>
    </dgm:pt>
    <dgm:pt modelId="{87EFB903-A3B0-0E40-9F46-067F3B658622}" type="pres">
      <dgm:prSet presAssocID="{FBBBD35A-113D-459C-A75F-5C5FEC8839C7}" presName="vert1" presStyleCnt="0"/>
      <dgm:spPr/>
    </dgm:pt>
    <dgm:pt modelId="{31D34C30-9371-064C-AF6D-ED9BBAB7F9F2}" type="pres">
      <dgm:prSet presAssocID="{7E5D5A14-B4A9-4B40-B58E-9BB1BDDB1E8E}" presName="thickLine" presStyleLbl="alignNode1" presStyleIdx="2" presStyleCnt="4"/>
      <dgm:spPr/>
    </dgm:pt>
    <dgm:pt modelId="{4E3F1E37-954A-E04D-9054-D72C5850AB50}" type="pres">
      <dgm:prSet presAssocID="{7E5D5A14-B4A9-4B40-B58E-9BB1BDDB1E8E}" presName="horz1" presStyleCnt="0"/>
      <dgm:spPr/>
    </dgm:pt>
    <dgm:pt modelId="{6DB34DC4-C74A-114A-9FBB-96646B4367BF}" type="pres">
      <dgm:prSet presAssocID="{7E5D5A14-B4A9-4B40-B58E-9BB1BDDB1E8E}" presName="tx1" presStyleLbl="revTx" presStyleIdx="2" presStyleCnt="4"/>
      <dgm:spPr/>
    </dgm:pt>
    <dgm:pt modelId="{B9C2EFA1-9DD8-DD4D-94A2-0856DDE170B1}" type="pres">
      <dgm:prSet presAssocID="{7E5D5A14-B4A9-4B40-B58E-9BB1BDDB1E8E}" presName="vert1" presStyleCnt="0"/>
      <dgm:spPr/>
    </dgm:pt>
    <dgm:pt modelId="{DCAE5B9F-D776-6542-9089-38292C086BDD}" type="pres">
      <dgm:prSet presAssocID="{D6F1B2DE-BD84-42AA-B47E-8B86C3B3D7E4}" presName="thickLine" presStyleLbl="alignNode1" presStyleIdx="3" presStyleCnt="4"/>
      <dgm:spPr/>
    </dgm:pt>
    <dgm:pt modelId="{69BF6C93-5497-8841-93DE-C8F39CCC9C08}" type="pres">
      <dgm:prSet presAssocID="{D6F1B2DE-BD84-42AA-B47E-8B86C3B3D7E4}" presName="horz1" presStyleCnt="0"/>
      <dgm:spPr/>
    </dgm:pt>
    <dgm:pt modelId="{874E881E-CED8-7040-AF99-DA011B50314C}" type="pres">
      <dgm:prSet presAssocID="{D6F1B2DE-BD84-42AA-B47E-8B86C3B3D7E4}" presName="tx1" presStyleLbl="revTx" presStyleIdx="3" presStyleCnt="4"/>
      <dgm:spPr/>
    </dgm:pt>
    <dgm:pt modelId="{E63AD785-E4BB-B74E-8511-EF8DCFAF8CD1}" type="pres">
      <dgm:prSet presAssocID="{D6F1B2DE-BD84-42AA-B47E-8B86C3B3D7E4}" presName="vert1" presStyleCnt="0"/>
      <dgm:spPr/>
    </dgm:pt>
  </dgm:ptLst>
  <dgm:cxnLst>
    <dgm:cxn modelId="{4E86B93E-87A5-1B4D-B76C-292DCFB75025}" type="presOf" srcId="{3213970D-CDDA-4890-81B8-BA25EB30D9E7}" destId="{E12ADA2E-0DA2-214C-B013-8349643C5714}" srcOrd="0" destOrd="0" presId="urn:microsoft.com/office/officeart/2008/layout/LinedList"/>
    <dgm:cxn modelId="{67E1B846-4A85-DD4F-BD47-985285DEC1C4}" type="presOf" srcId="{4CAE6060-BAF3-4157-B0A1-FB8673BEFDF6}" destId="{0214C66E-A35D-2B4A-BCC4-509517E1E4E0}" srcOrd="0" destOrd="0" presId="urn:microsoft.com/office/officeart/2008/layout/LinedList"/>
    <dgm:cxn modelId="{CA66EC79-4B17-46B0-8BA8-3018DDD2DCCA}" srcId="{4CAE6060-BAF3-4157-B0A1-FB8673BEFDF6}" destId="{7E5D5A14-B4A9-4B40-B58E-9BB1BDDB1E8E}" srcOrd="2" destOrd="0" parTransId="{6C446A08-834D-4752-9B23-BD4866132BB9}" sibTransId="{362F9FE6-FD24-438C-98ED-4D6B87930EE7}"/>
    <dgm:cxn modelId="{E34D9380-0969-A540-BBB4-851A0E1CDDA7}" type="presOf" srcId="{7E5D5A14-B4A9-4B40-B58E-9BB1BDDB1E8E}" destId="{6DB34DC4-C74A-114A-9FBB-96646B4367BF}" srcOrd="0" destOrd="0" presId="urn:microsoft.com/office/officeart/2008/layout/LinedList"/>
    <dgm:cxn modelId="{04F65186-7457-475E-932E-12F83FE50B80}" srcId="{4CAE6060-BAF3-4157-B0A1-FB8673BEFDF6}" destId="{FBBBD35A-113D-459C-A75F-5C5FEC8839C7}" srcOrd="1" destOrd="0" parTransId="{36B256BB-EA94-4396-9319-55CD892E65D4}" sibTransId="{265BBF8A-9D60-425F-A277-942FB89157D5}"/>
    <dgm:cxn modelId="{A4738A9D-BC4E-5F48-B283-E73F91A904C5}" type="presOf" srcId="{D6F1B2DE-BD84-42AA-B47E-8B86C3B3D7E4}" destId="{874E881E-CED8-7040-AF99-DA011B50314C}" srcOrd="0" destOrd="0" presId="urn:microsoft.com/office/officeart/2008/layout/LinedList"/>
    <dgm:cxn modelId="{773AB2C7-E6C4-408E-8632-E34B67FD8545}" srcId="{4CAE6060-BAF3-4157-B0A1-FB8673BEFDF6}" destId="{3213970D-CDDA-4890-81B8-BA25EB30D9E7}" srcOrd="0" destOrd="0" parTransId="{BF8B6DFA-2964-4EBA-9B91-D43AA4912324}" sibTransId="{CAFE3363-CFC9-4A22-ADEC-DBCABB6C0F6A}"/>
    <dgm:cxn modelId="{932108C8-01E0-4AB4-A40E-D3B2271D866B}" srcId="{4CAE6060-BAF3-4157-B0A1-FB8673BEFDF6}" destId="{D6F1B2DE-BD84-42AA-B47E-8B86C3B3D7E4}" srcOrd="3" destOrd="0" parTransId="{49DF4321-04DE-4570-B4F0-B2925323F555}" sibTransId="{3C5F9180-8F30-412B-99F4-28A039B526D0}"/>
    <dgm:cxn modelId="{11C52DD8-CA8F-984B-B4F0-6D0397ACFD94}" type="presOf" srcId="{FBBBD35A-113D-459C-A75F-5C5FEC8839C7}" destId="{2408D92E-D44D-014F-B85C-9942359EF9D2}" srcOrd="0" destOrd="0" presId="urn:microsoft.com/office/officeart/2008/layout/LinedList"/>
    <dgm:cxn modelId="{377CE904-0141-9145-A95A-CFA1C2A98B74}" type="presParOf" srcId="{0214C66E-A35D-2B4A-BCC4-509517E1E4E0}" destId="{EA5FB3C1-A1CC-4245-B440-780A7A55D179}" srcOrd="0" destOrd="0" presId="urn:microsoft.com/office/officeart/2008/layout/LinedList"/>
    <dgm:cxn modelId="{D39D3E8E-55D8-644B-8ED8-D3D993907BF8}" type="presParOf" srcId="{0214C66E-A35D-2B4A-BCC4-509517E1E4E0}" destId="{62709EEB-4EB8-6248-A851-3E91DC43DE65}" srcOrd="1" destOrd="0" presId="urn:microsoft.com/office/officeart/2008/layout/LinedList"/>
    <dgm:cxn modelId="{581B3A09-1572-2646-8959-199CBEDB1A3E}" type="presParOf" srcId="{62709EEB-4EB8-6248-A851-3E91DC43DE65}" destId="{E12ADA2E-0DA2-214C-B013-8349643C5714}" srcOrd="0" destOrd="0" presId="urn:microsoft.com/office/officeart/2008/layout/LinedList"/>
    <dgm:cxn modelId="{8715F62E-5560-9547-83CA-D18B6127FBDC}" type="presParOf" srcId="{62709EEB-4EB8-6248-A851-3E91DC43DE65}" destId="{7BD13EB9-C7F0-1043-A0E4-38F8CB6DE70C}" srcOrd="1" destOrd="0" presId="urn:microsoft.com/office/officeart/2008/layout/LinedList"/>
    <dgm:cxn modelId="{8CA25615-1045-3346-8342-193B913C40DB}" type="presParOf" srcId="{0214C66E-A35D-2B4A-BCC4-509517E1E4E0}" destId="{B4882A74-58AC-1749-8346-6AA19AC3E30A}" srcOrd="2" destOrd="0" presId="urn:microsoft.com/office/officeart/2008/layout/LinedList"/>
    <dgm:cxn modelId="{4ED8BDD1-F4D7-AE4C-9148-2F04FD75634A}" type="presParOf" srcId="{0214C66E-A35D-2B4A-BCC4-509517E1E4E0}" destId="{0AC9AAC4-003D-FC49-B831-45FF4675E70E}" srcOrd="3" destOrd="0" presId="urn:microsoft.com/office/officeart/2008/layout/LinedList"/>
    <dgm:cxn modelId="{348BB543-00AF-8B4F-8970-CD587348D994}" type="presParOf" srcId="{0AC9AAC4-003D-FC49-B831-45FF4675E70E}" destId="{2408D92E-D44D-014F-B85C-9942359EF9D2}" srcOrd="0" destOrd="0" presId="urn:microsoft.com/office/officeart/2008/layout/LinedList"/>
    <dgm:cxn modelId="{15B836FD-B127-7648-81C7-4B8930FD50F2}" type="presParOf" srcId="{0AC9AAC4-003D-FC49-B831-45FF4675E70E}" destId="{87EFB903-A3B0-0E40-9F46-067F3B658622}" srcOrd="1" destOrd="0" presId="urn:microsoft.com/office/officeart/2008/layout/LinedList"/>
    <dgm:cxn modelId="{CBD936C0-1FBF-2E44-A4E3-210148142EB6}" type="presParOf" srcId="{0214C66E-A35D-2B4A-BCC4-509517E1E4E0}" destId="{31D34C30-9371-064C-AF6D-ED9BBAB7F9F2}" srcOrd="4" destOrd="0" presId="urn:microsoft.com/office/officeart/2008/layout/LinedList"/>
    <dgm:cxn modelId="{CADD63D5-3C7A-5F4D-BA64-0F783B155677}" type="presParOf" srcId="{0214C66E-A35D-2B4A-BCC4-509517E1E4E0}" destId="{4E3F1E37-954A-E04D-9054-D72C5850AB50}" srcOrd="5" destOrd="0" presId="urn:microsoft.com/office/officeart/2008/layout/LinedList"/>
    <dgm:cxn modelId="{D119D4B9-2D9E-E541-B0B4-F2485A00153F}" type="presParOf" srcId="{4E3F1E37-954A-E04D-9054-D72C5850AB50}" destId="{6DB34DC4-C74A-114A-9FBB-96646B4367BF}" srcOrd="0" destOrd="0" presId="urn:microsoft.com/office/officeart/2008/layout/LinedList"/>
    <dgm:cxn modelId="{03BB96F6-802C-F94C-9D08-EEB05B4F0B06}" type="presParOf" srcId="{4E3F1E37-954A-E04D-9054-D72C5850AB50}" destId="{B9C2EFA1-9DD8-DD4D-94A2-0856DDE170B1}" srcOrd="1" destOrd="0" presId="urn:microsoft.com/office/officeart/2008/layout/LinedList"/>
    <dgm:cxn modelId="{D3F62447-3A28-CD41-BA60-5F640B7461B9}" type="presParOf" srcId="{0214C66E-A35D-2B4A-BCC4-509517E1E4E0}" destId="{DCAE5B9F-D776-6542-9089-38292C086BDD}" srcOrd="6" destOrd="0" presId="urn:microsoft.com/office/officeart/2008/layout/LinedList"/>
    <dgm:cxn modelId="{F92B2341-007D-FF4D-93E2-9CB40328BC0E}" type="presParOf" srcId="{0214C66E-A35D-2B4A-BCC4-509517E1E4E0}" destId="{69BF6C93-5497-8841-93DE-C8F39CCC9C08}" srcOrd="7" destOrd="0" presId="urn:microsoft.com/office/officeart/2008/layout/LinedList"/>
    <dgm:cxn modelId="{869DB4FA-94E6-5241-BDA2-84A8F4B5B256}" type="presParOf" srcId="{69BF6C93-5497-8841-93DE-C8F39CCC9C08}" destId="{874E881E-CED8-7040-AF99-DA011B50314C}" srcOrd="0" destOrd="0" presId="urn:microsoft.com/office/officeart/2008/layout/LinedList"/>
    <dgm:cxn modelId="{37885C70-19EB-EA49-8F11-01CCF4D05D59}" type="presParOf" srcId="{69BF6C93-5497-8841-93DE-C8F39CCC9C08}" destId="{E63AD785-E4BB-B74E-8511-EF8DCFAF8C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6488D9-77AE-4A29-8E23-1EA0A18B699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96AA09F-64A7-4DBA-A154-CC06B8F59D79}">
      <dgm:prSet/>
      <dgm:spPr/>
      <dgm:t>
        <a:bodyPr/>
        <a:lstStyle/>
        <a:p>
          <a:r>
            <a:rPr lang="en-US"/>
            <a:t>• Powerplants, pumps, bearings, valves generate continuous sensor data</a:t>
          </a:r>
        </a:p>
      </dgm:t>
    </dgm:pt>
    <dgm:pt modelId="{1AEC90D3-2141-4F7D-A05C-DE74583DC049}" type="parTrans" cxnId="{B7A094DA-A2BE-45F9-B7C5-53CFCF333CA3}">
      <dgm:prSet/>
      <dgm:spPr/>
      <dgm:t>
        <a:bodyPr/>
        <a:lstStyle/>
        <a:p>
          <a:endParaRPr lang="en-US"/>
        </a:p>
      </dgm:t>
    </dgm:pt>
    <dgm:pt modelId="{F6572BE6-58FD-41AA-B206-962559F05170}" type="sibTrans" cxnId="{B7A094DA-A2BE-45F9-B7C5-53CFCF333CA3}">
      <dgm:prSet/>
      <dgm:spPr/>
      <dgm:t>
        <a:bodyPr/>
        <a:lstStyle/>
        <a:p>
          <a:endParaRPr lang="en-US"/>
        </a:p>
      </dgm:t>
    </dgm:pt>
    <dgm:pt modelId="{5F7FC5D8-9479-485F-A569-6945CADEEDE8}">
      <dgm:prSet/>
      <dgm:spPr/>
      <dgm:t>
        <a:bodyPr/>
        <a:lstStyle/>
        <a:p>
          <a:r>
            <a:rPr lang="en-US"/>
            <a:t>• Pressure, flow, temperature, vibration, motor current, etc.</a:t>
          </a:r>
        </a:p>
      </dgm:t>
    </dgm:pt>
    <dgm:pt modelId="{A095A04B-9F88-417A-A880-4BFF53131DC2}" type="parTrans" cxnId="{F5A7DF15-7F29-46AD-A11C-BD050EBF09F3}">
      <dgm:prSet/>
      <dgm:spPr/>
      <dgm:t>
        <a:bodyPr/>
        <a:lstStyle/>
        <a:p>
          <a:endParaRPr lang="en-US"/>
        </a:p>
      </dgm:t>
    </dgm:pt>
    <dgm:pt modelId="{382C7628-0798-42E0-8CCE-C9258E913B05}" type="sibTrans" cxnId="{F5A7DF15-7F29-46AD-A11C-BD050EBF09F3}">
      <dgm:prSet/>
      <dgm:spPr/>
      <dgm:t>
        <a:bodyPr/>
        <a:lstStyle/>
        <a:p>
          <a:endParaRPr lang="en-US"/>
        </a:p>
      </dgm:t>
    </dgm:pt>
    <dgm:pt modelId="{7B84BC73-56A2-4F4F-9E3F-194619A4A853}">
      <dgm:prSet/>
      <dgm:spPr/>
      <dgm:t>
        <a:bodyPr/>
        <a:lstStyle/>
        <a:p>
          <a:r>
            <a:rPr lang="en-US"/>
            <a:t>• Faults: bearing wear, clogging, valve stuck, sensor drift</a:t>
          </a:r>
        </a:p>
      </dgm:t>
    </dgm:pt>
    <dgm:pt modelId="{127B948E-E8A2-4F5F-924E-B7E8220512DF}" type="parTrans" cxnId="{ADDB4C65-09F9-4185-B7DC-50DEE448F19E}">
      <dgm:prSet/>
      <dgm:spPr/>
      <dgm:t>
        <a:bodyPr/>
        <a:lstStyle/>
        <a:p>
          <a:endParaRPr lang="en-US"/>
        </a:p>
      </dgm:t>
    </dgm:pt>
    <dgm:pt modelId="{21FDF1B2-F11D-4560-BE19-5CBB54D45E5D}" type="sibTrans" cxnId="{ADDB4C65-09F9-4185-B7DC-50DEE448F19E}">
      <dgm:prSet/>
      <dgm:spPr/>
      <dgm:t>
        <a:bodyPr/>
        <a:lstStyle/>
        <a:p>
          <a:endParaRPr lang="en-US"/>
        </a:p>
      </dgm:t>
    </dgm:pt>
    <dgm:pt modelId="{F7C71FBC-2388-4EE6-80DE-5199F858E962}">
      <dgm:prSet/>
      <dgm:spPr/>
      <dgm:t>
        <a:bodyPr/>
        <a:lstStyle/>
        <a:p>
          <a:r>
            <a:rPr lang="en-US"/>
            <a:t>• Early detection prevents costly downtime and safety incidents</a:t>
          </a:r>
        </a:p>
      </dgm:t>
    </dgm:pt>
    <dgm:pt modelId="{249E907B-47D9-48D4-8BE8-89E3D4D5A4F8}" type="parTrans" cxnId="{273320DB-817F-4FDA-AD13-96A9E0D418F1}">
      <dgm:prSet/>
      <dgm:spPr/>
      <dgm:t>
        <a:bodyPr/>
        <a:lstStyle/>
        <a:p>
          <a:endParaRPr lang="en-US"/>
        </a:p>
      </dgm:t>
    </dgm:pt>
    <dgm:pt modelId="{95296FD8-CC2E-4D31-AA00-CB8364AAE768}" type="sibTrans" cxnId="{273320DB-817F-4FDA-AD13-96A9E0D418F1}">
      <dgm:prSet/>
      <dgm:spPr/>
      <dgm:t>
        <a:bodyPr/>
        <a:lstStyle/>
        <a:p>
          <a:endParaRPr lang="en-US"/>
        </a:p>
      </dgm:t>
    </dgm:pt>
    <dgm:pt modelId="{0D7AAFF3-1E19-494C-8E71-E2AD7AB34D77}" type="pres">
      <dgm:prSet presAssocID="{AE6488D9-77AE-4A29-8E23-1EA0A18B6990}" presName="vert0" presStyleCnt="0">
        <dgm:presLayoutVars>
          <dgm:dir/>
          <dgm:animOne val="branch"/>
          <dgm:animLvl val="lvl"/>
        </dgm:presLayoutVars>
      </dgm:prSet>
      <dgm:spPr/>
    </dgm:pt>
    <dgm:pt modelId="{5EC4929C-BA9C-A94D-A0F2-4628F55DD11F}" type="pres">
      <dgm:prSet presAssocID="{896AA09F-64A7-4DBA-A154-CC06B8F59D79}" presName="thickLine" presStyleLbl="alignNode1" presStyleIdx="0" presStyleCnt="4"/>
      <dgm:spPr/>
    </dgm:pt>
    <dgm:pt modelId="{0D15F057-97B2-7947-A5D6-A28EA38D3DD9}" type="pres">
      <dgm:prSet presAssocID="{896AA09F-64A7-4DBA-A154-CC06B8F59D79}" presName="horz1" presStyleCnt="0"/>
      <dgm:spPr/>
    </dgm:pt>
    <dgm:pt modelId="{35263EC9-36A2-9A4F-8FB7-4C693614C190}" type="pres">
      <dgm:prSet presAssocID="{896AA09F-64A7-4DBA-A154-CC06B8F59D79}" presName="tx1" presStyleLbl="revTx" presStyleIdx="0" presStyleCnt="4"/>
      <dgm:spPr/>
    </dgm:pt>
    <dgm:pt modelId="{F65A89FB-EF40-A545-AEB5-5C1DFD5C7332}" type="pres">
      <dgm:prSet presAssocID="{896AA09F-64A7-4DBA-A154-CC06B8F59D79}" presName="vert1" presStyleCnt="0"/>
      <dgm:spPr/>
    </dgm:pt>
    <dgm:pt modelId="{255B7D70-0EC4-424B-BB26-E50CF4541FA8}" type="pres">
      <dgm:prSet presAssocID="{5F7FC5D8-9479-485F-A569-6945CADEEDE8}" presName="thickLine" presStyleLbl="alignNode1" presStyleIdx="1" presStyleCnt="4"/>
      <dgm:spPr/>
    </dgm:pt>
    <dgm:pt modelId="{8AE52738-0B54-1944-849A-1943A729DDFE}" type="pres">
      <dgm:prSet presAssocID="{5F7FC5D8-9479-485F-A569-6945CADEEDE8}" presName="horz1" presStyleCnt="0"/>
      <dgm:spPr/>
    </dgm:pt>
    <dgm:pt modelId="{250F749F-37C6-A044-B5A8-E52F93867DCC}" type="pres">
      <dgm:prSet presAssocID="{5F7FC5D8-9479-485F-A569-6945CADEEDE8}" presName="tx1" presStyleLbl="revTx" presStyleIdx="1" presStyleCnt="4"/>
      <dgm:spPr/>
    </dgm:pt>
    <dgm:pt modelId="{9B3DF7CC-5AE0-CA40-B0E4-507C5A4F7F6F}" type="pres">
      <dgm:prSet presAssocID="{5F7FC5D8-9479-485F-A569-6945CADEEDE8}" presName="vert1" presStyleCnt="0"/>
      <dgm:spPr/>
    </dgm:pt>
    <dgm:pt modelId="{A0363E02-47B7-1A48-9B60-89D45331D2DD}" type="pres">
      <dgm:prSet presAssocID="{7B84BC73-56A2-4F4F-9E3F-194619A4A853}" presName="thickLine" presStyleLbl="alignNode1" presStyleIdx="2" presStyleCnt="4"/>
      <dgm:spPr/>
    </dgm:pt>
    <dgm:pt modelId="{BDDA5641-5D76-2143-9FF7-D7D30CEE14D6}" type="pres">
      <dgm:prSet presAssocID="{7B84BC73-56A2-4F4F-9E3F-194619A4A853}" presName="horz1" presStyleCnt="0"/>
      <dgm:spPr/>
    </dgm:pt>
    <dgm:pt modelId="{14C2A3E3-6CDB-A84F-98A0-873CB9FFD43B}" type="pres">
      <dgm:prSet presAssocID="{7B84BC73-56A2-4F4F-9E3F-194619A4A853}" presName="tx1" presStyleLbl="revTx" presStyleIdx="2" presStyleCnt="4"/>
      <dgm:spPr/>
    </dgm:pt>
    <dgm:pt modelId="{6C599AD9-7EA4-5F47-8785-0BEB9C58CEFF}" type="pres">
      <dgm:prSet presAssocID="{7B84BC73-56A2-4F4F-9E3F-194619A4A853}" presName="vert1" presStyleCnt="0"/>
      <dgm:spPr/>
    </dgm:pt>
    <dgm:pt modelId="{22162A57-C6FD-DD49-B393-59909485400A}" type="pres">
      <dgm:prSet presAssocID="{F7C71FBC-2388-4EE6-80DE-5199F858E962}" presName="thickLine" presStyleLbl="alignNode1" presStyleIdx="3" presStyleCnt="4"/>
      <dgm:spPr/>
    </dgm:pt>
    <dgm:pt modelId="{AAAE0FFD-8A06-C74A-B90B-61382815D994}" type="pres">
      <dgm:prSet presAssocID="{F7C71FBC-2388-4EE6-80DE-5199F858E962}" presName="horz1" presStyleCnt="0"/>
      <dgm:spPr/>
    </dgm:pt>
    <dgm:pt modelId="{BE02CC63-D765-F241-B237-90CDE759CE8A}" type="pres">
      <dgm:prSet presAssocID="{F7C71FBC-2388-4EE6-80DE-5199F858E962}" presName="tx1" presStyleLbl="revTx" presStyleIdx="3" presStyleCnt="4"/>
      <dgm:spPr/>
    </dgm:pt>
    <dgm:pt modelId="{86276B7B-9FC5-B54C-8A2D-567A6DC6147F}" type="pres">
      <dgm:prSet presAssocID="{F7C71FBC-2388-4EE6-80DE-5199F858E962}" presName="vert1" presStyleCnt="0"/>
      <dgm:spPr/>
    </dgm:pt>
  </dgm:ptLst>
  <dgm:cxnLst>
    <dgm:cxn modelId="{F5A7DF15-7F29-46AD-A11C-BD050EBF09F3}" srcId="{AE6488D9-77AE-4A29-8E23-1EA0A18B6990}" destId="{5F7FC5D8-9479-485F-A569-6945CADEEDE8}" srcOrd="1" destOrd="0" parTransId="{A095A04B-9F88-417A-A880-4BFF53131DC2}" sibTransId="{382C7628-0798-42E0-8CCE-C9258E913B05}"/>
    <dgm:cxn modelId="{370AEE52-A78A-4F4D-9C4F-B103AD211B0A}" type="presOf" srcId="{F7C71FBC-2388-4EE6-80DE-5199F858E962}" destId="{BE02CC63-D765-F241-B237-90CDE759CE8A}" srcOrd="0" destOrd="0" presId="urn:microsoft.com/office/officeart/2008/layout/LinedList"/>
    <dgm:cxn modelId="{ADDB4C65-09F9-4185-B7DC-50DEE448F19E}" srcId="{AE6488D9-77AE-4A29-8E23-1EA0A18B6990}" destId="{7B84BC73-56A2-4F4F-9E3F-194619A4A853}" srcOrd="2" destOrd="0" parTransId="{127B948E-E8A2-4F5F-924E-B7E8220512DF}" sibTransId="{21FDF1B2-F11D-4560-BE19-5CBB54D45E5D}"/>
    <dgm:cxn modelId="{3CECD16B-DDD2-754D-89A8-C03F21EFC2F8}" type="presOf" srcId="{896AA09F-64A7-4DBA-A154-CC06B8F59D79}" destId="{35263EC9-36A2-9A4F-8FB7-4C693614C190}" srcOrd="0" destOrd="0" presId="urn:microsoft.com/office/officeart/2008/layout/LinedList"/>
    <dgm:cxn modelId="{E46AE272-5EE0-9D45-8D05-6AB029DCDB36}" type="presOf" srcId="{7B84BC73-56A2-4F4F-9E3F-194619A4A853}" destId="{14C2A3E3-6CDB-A84F-98A0-873CB9FFD43B}" srcOrd="0" destOrd="0" presId="urn:microsoft.com/office/officeart/2008/layout/LinedList"/>
    <dgm:cxn modelId="{FE27E386-95AE-D04B-B43B-0D7167FBF9C6}" type="presOf" srcId="{AE6488D9-77AE-4A29-8E23-1EA0A18B6990}" destId="{0D7AAFF3-1E19-494C-8E71-E2AD7AB34D77}" srcOrd="0" destOrd="0" presId="urn:microsoft.com/office/officeart/2008/layout/LinedList"/>
    <dgm:cxn modelId="{B7A094DA-A2BE-45F9-B7C5-53CFCF333CA3}" srcId="{AE6488D9-77AE-4A29-8E23-1EA0A18B6990}" destId="{896AA09F-64A7-4DBA-A154-CC06B8F59D79}" srcOrd="0" destOrd="0" parTransId="{1AEC90D3-2141-4F7D-A05C-DE74583DC049}" sibTransId="{F6572BE6-58FD-41AA-B206-962559F05170}"/>
    <dgm:cxn modelId="{273320DB-817F-4FDA-AD13-96A9E0D418F1}" srcId="{AE6488D9-77AE-4A29-8E23-1EA0A18B6990}" destId="{F7C71FBC-2388-4EE6-80DE-5199F858E962}" srcOrd="3" destOrd="0" parTransId="{249E907B-47D9-48D4-8BE8-89E3D4D5A4F8}" sibTransId="{95296FD8-CC2E-4D31-AA00-CB8364AAE768}"/>
    <dgm:cxn modelId="{43EC69DC-A06C-6E4D-A5D2-260EFAFB1647}" type="presOf" srcId="{5F7FC5D8-9479-485F-A569-6945CADEEDE8}" destId="{250F749F-37C6-A044-B5A8-E52F93867DCC}" srcOrd="0" destOrd="0" presId="urn:microsoft.com/office/officeart/2008/layout/LinedList"/>
    <dgm:cxn modelId="{9BD015A5-D82B-AE4D-8449-4C13C488E022}" type="presParOf" srcId="{0D7AAFF3-1E19-494C-8E71-E2AD7AB34D77}" destId="{5EC4929C-BA9C-A94D-A0F2-4628F55DD11F}" srcOrd="0" destOrd="0" presId="urn:microsoft.com/office/officeart/2008/layout/LinedList"/>
    <dgm:cxn modelId="{6F3D375C-FF67-5349-A009-63AC6C14CA0A}" type="presParOf" srcId="{0D7AAFF3-1E19-494C-8E71-E2AD7AB34D77}" destId="{0D15F057-97B2-7947-A5D6-A28EA38D3DD9}" srcOrd="1" destOrd="0" presId="urn:microsoft.com/office/officeart/2008/layout/LinedList"/>
    <dgm:cxn modelId="{078BCC38-41FB-2B47-8DE3-E2322B3486E2}" type="presParOf" srcId="{0D15F057-97B2-7947-A5D6-A28EA38D3DD9}" destId="{35263EC9-36A2-9A4F-8FB7-4C693614C190}" srcOrd="0" destOrd="0" presId="urn:microsoft.com/office/officeart/2008/layout/LinedList"/>
    <dgm:cxn modelId="{9DC97CDA-2A0D-DB48-9209-DC9C93F6DC3A}" type="presParOf" srcId="{0D15F057-97B2-7947-A5D6-A28EA38D3DD9}" destId="{F65A89FB-EF40-A545-AEB5-5C1DFD5C7332}" srcOrd="1" destOrd="0" presId="urn:microsoft.com/office/officeart/2008/layout/LinedList"/>
    <dgm:cxn modelId="{7D506D24-5B28-4547-9F89-250B44AB5F35}" type="presParOf" srcId="{0D7AAFF3-1E19-494C-8E71-E2AD7AB34D77}" destId="{255B7D70-0EC4-424B-BB26-E50CF4541FA8}" srcOrd="2" destOrd="0" presId="urn:microsoft.com/office/officeart/2008/layout/LinedList"/>
    <dgm:cxn modelId="{F322DA39-F0A1-4241-90D2-7CA1F7456322}" type="presParOf" srcId="{0D7AAFF3-1E19-494C-8E71-E2AD7AB34D77}" destId="{8AE52738-0B54-1944-849A-1943A729DDFE}" srcOrd="3" destOrd="0" presId="urn:microsoft.com/office/officeart/2008/layout/LinedList"/>
    <dgm:cxn modelId="{0331E2FE-65B4-A143-B095-3A1EBAD99DCB}" type="presParOf" srcId="{8AE52738-0B54-1944-849A-1943A729DDFE}" destId="{250F749F-37C6-A044-B5A8-E52F93867DCC}" srcOrd="0" destOrd="0" presId="urn:microsoft.com/office/officeart/2008/layout/LinedList"/>
    <dgm:cxn modelId="{E0AEC88D-EFF0-B042-B00C-076242AE7E1D}" type="presParOf" srcId="{8AE52738-0B54-1944-849A-1943A729DDFE}" destId="{9B3DF7CC-5AE0-CA40-B0E4-507C5A4F7F6F}" srcOrd="1" destOrd="0" presId="urn:microsoft.com/office/officeart/2008/layout/LinedList"/>
    <dgm:cxn modelId="{36208FF1-25EA-9846-A434-5F2664305C85}" type="presParOf" srcId="{0D7AAFF3-1E19-494C-8E71-E2AD7AB34D77}" destId="{A0363E02-47B7-1A48-9B60-89D45331D2DD}" srcOrd="4" destOrd="0" presId="urn:microsoft.com/office/officeart/2008/layout/LinedList"/>
    <dgm:cxn modelId="{2780219C-5C3F-544A-AEFE-2CAD224BB7F1}" type="presParOf" srcId="{0D7AAFF3-1E19-494C-8E71-E2AD7AB34D77}" destId="{BDDA5641-5D76-2143-9FF7-D7D30CEE14D6}" srcOrd="5" destOrd="0" presId="urn:microsoft.com/office/officeart/2008/layout/LinedList"/>
    <dgm:cxn modelId="{F494321D-3E22-2443-9096-0C464BD43B5D}" type="presParOf" srcId="{BDDA5641-5D76-2143-9FF7-D7D30CEE14D6}" destId="{14C2A3E3-6CDB-A84F-98A0-873CB9FFD43B}" srcOrd="0" destOrd="0" presId="urn:microsoft.com/office/officeart/2008/layout/LinedList"/>
    <dgm:cxn modelId="{AF0F5D04-CFFD-E544-A160-846953EFEE96}" type="presParOf" srcId="{BDDA5641-5D76-2143-9FF7-D7D30CEE14D6}" destId="{6C599AD9-7EA4-5F47-8785-0BEB9C58CEFF}" srcOrd="1" destOrd="0" presId="urn:microsoft.com/office/officeart/2008/layout/LinedList"/>
    <dgm:cxn modelId="{BDA495C3-7A0D-1642-8511-47AFD4601118}" type="presParOf" srcId="{0D7AAFF3-1E19-494C-8E71-E2AD7AB34D77}" destId="{22162A57-C6FD-DD49-B393-59909485400A}" srcOrd="6" destOrd="0" presId="urn:microsoft.com/office/officeart/2008/layout/LinedList"/>
    <dgm:cxn modelId="{5A13EE95-6407-B342-B383-E796C2230900}" type="presParOf" srcId="{0D7AAFF3-1E19-494C-8E71-E2AD7AB34D77}" destId="{AAAE0FFD-8A06-C74A-B90B-61382815D994}" srcOrd="7" destOrd="0" presId="urn:microsoft.com/office/officeart/2008/layout/LinedList"/>
    <dgm:cxn modelId="{EBA1C240-E9C6-674E-B808-30A4991BF958}" type="presParOf" srcId="{AAAE0FFD-8A06-C74A-B90B-61382815D994}" destId="{BE02CC63-D765-F241-B237-90CDE759CE8A}" srcOrd="0" destOrd="0" presId="urn:microsoft.com/office/officeart/2008/layout/LinedList"/>
    <dgm:cxn modelId="{0D23585C-39E7-7048-8668-0B1DFA78E793}" type="presParOf" srcId="{AAAE0FFD-8A06-C74A-B90B-61382815D994}" destId="{86276B7B-9FC5-B54C-8A2D-567A6DC614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9B0374-181F-4CBB-B18C-5065A7E213D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24A093-4A45-4527-BF79-0EB7510DF96D}">
      <dgm:prSet/>
      <dgm:spPr/>
      <dgm:t>
        <a:bodyPr/>
        <a:lstStyle/>
        <a:p>
          <a:r>
            <a:rPr lang="en-US"/>
            <a:t>• 4 specialized agents + Simulator, coordinated via MQTT</a:t>
          </a:r>
        </a:p>
      </dgm:t>
    </dgm:pt>
    <dgm:pt modelId="{1C594803-B761-4007-A4CE-1CBE0787669E}" type="parTrans" cxnId="{5823E8C0-A6F1-441A-BEF1-BADE18DD3DA3}">
      <dgm:prSet/>
      <dgm:spPr/>
      <dgm:t>
        <a:bodyPr/>
        <a:lstStyle/>
        <a:p>
          <a:endParaRPr lang="en-US"/>
        </a:p>
      </dgm:t>
    </dgm:pt>
    <dgm:pt modelId="{D68A4D02-14B5-4433-AF39-9C992FDFA317}" type="sibTrans" cxnId="{5823E8C0-A6F1-441A-BEF1-BADE18DD3DA3}">
      <dgm:prSet/>
      <dgm:spPr/>
      <dgm:t>
        <a:bodyPr/>
        <a:lstStyle/>
        <a:p>
          <a:endParaRPr lang="en-US"/>
        </a:p>
      </dgm:t>
    </dgm:pt>
    <dgm:pt modelId="{02EC66F9-4AAC-45EE-86A8-534FA252EEC8}">
      <dgm:prSet/>
      <dgm:spPr/>
      <dgm:t>
        <a:bodyPr/>
        <a:lstStyle/>
        <a:p>
          <a:r>
            <a:rPr lang="en-US"/>
            <a:t>• Agent A: Threshold / Z-score anomaly detection</a:t>
          </a:r>
        </a:p>
      </dgm:t>
    </dgm:pt>
    <dgm:pt modelId="{3FA33825-A08C-4831-AF03-17E2926FD50A}" type="parTrans" cxnId="{6DF54BC0-895F-4B36-AE69-BC4D5BB658B7}">
      <dgm:prSet/>
      <dgm:spPr/>
      <dgm:t>
        <a:bodyPr/>
        <a:lstStyle/>
        <a:p>
          <a:endParaRPr lang="en-US"/>
        </a:p>
      </dgm:t>
    </dgm:pt>
    <dgm:pt modelId="{A4207F42-9AB7-43BE-9E75-C66AAA8FD503}" type="sibTrans" cxnId="{6DF54BC0-895F-4B36-AE69-BC4D5BB658B7}">
      <dgm:prSet/>
      <dgm:spPr/>
      <dgm:t>
        <a:bodyPr/>
        <a:lstStyle/>
        <a:p>
          <a:endParaRPr lang="en-US"/>
        </a:p>
      </dgm:t>
    </dgm:pt>
    <dgm:pt modelId="{54A85EF0-C065-4744-812D-EB92682F1C79}">
      <dgm:prSet/>
      <dgm:spPr/>
      <dgm:t>
        <a:bodyPr/>
        <a:lstStyle/>
        <a:p>
          <a:r>
            <a:rPr lang="en-US"/>
            <a:t>• Agent B: Rule-based + LLM (ReAct) diagnosis</a:t>
          </a:r>
        </a:p>
      </dgm:t>
    </dgm:pt>
    <dgm:pt modelId="{73FB9A69-4F10-4457-9407-7A5C3835CFEF}" type="parTrans" cxnId="{691DCB8A-1188-4BCE-92F1-718C79B7ACB3}">
      <dgm:prSet/>
      <dgm:spPr/>
      <dgm:t>
        <a:bodyPr/>
        <a:lstStyle/>
        <a:p>
          <a:endParaRPr lang="en-US"/>
        </a:p>
      </dgm:t>
    </dgm:pt>
    <dgm:pt modelId="{9AD5ECA2-C216-40DF-A091-53246DC36D01}" type="sibTrans" cxnId="{691DCB8A-1188-4BCE-92F1-718C79B7ACB3}">
      <dgm:prSet/>
      <dgm:spPr/>
      <dgm:t>
        <a:bodyPr/>
        <a:lstStyle/>
        <a:p>
          <a:endParaRPr lang="en-US"/>
        </a:p>
      </dgm:t>
    </dgm:pt>
    <dgm:pt modelId="{206D9E2F-5AF1-4F9C-8B51-ED5D08CA0095}">
      <dgm:prSet/>
      <dgm:spPr/>
      <dgm:t>
        <a:bodyPr/>
        <a:lstStyle/>
        <a:p>
          <a:r>
            <a:rPr lang="en-US"/>
            <a:t>• Agent C: Ticket creation (GitHub Issues / local)</a:t>
          </a:r>
        </a:p>
      </dgm:t>
    </dgm:pt>
    <dgm:pt modelId="{445C03BF-2C8F-45E4-B063-9AF0B5E0461F}" type="parTrans" cxnId="{92349F91-C222-40F5-8712-18978C4F6906}">
      <dgm:prSet/>
      <dgm:spPr/>
      <dgm:t>
        <a:bodyPr/>
        <a:lstStyle/>
        <a:p>
          <a:endParaRPr lang="en-US"/>
        </a:p>
      </dgm:t>
    </dgm:pt>
    <dgm:pt modelId="{32E25756-BFD8-40B8-87E4-F0CD8DD8253A}" type="sibTrans" cxnId="{92349F91-C222-40F5-8712-18978C4F6906}">
      <dgm:prSet/>
      <dgm:spPr/>
      <dgm:t>
        <a:bodyPr/>
        <a:lstStyle/>
        <a:p>
          <a:endParaRPr lang="en-US"/>
        </a:p>
      </dgm:t>
    </dgm:pt>
    <dgm:pt modelId="{24DB70E6-6272-43AB-8258-C30873843C1D}">
      <dgm:prSet/>
      <dgm:spPr/>
      <dgm:t>
        <a:bodyPr/>
        <a:lstStyle/>
        <a:p>
          <a:r>
            <a:rPr lang="en-US"/>
            <a:t>• Agent D: Human review, feedback, Salesforce Case creation</a:t>
          </a:r>
        </a:p>
      </dgm:t>
    </dgm:pt>
    <dgm:pt modelId="{5EC826A0-D41D-46D0-B64E-D92F1B85DAC1}" type="parTrans" cxnId="{17A9CF55-668E-49F6-B1D2-7923E1764CB1}">
      <dgm:prSet/>
      <dgm:spPr/>
      <dgm:t>
        <a:bodyPr/>
        <a:lstStyle/>
        <a:p>
          <a:endParaRPr lang="en-US"/>
        </a:p>
      </dgm:t>
    </dgm:pt>
    <dgm:pt modelId="{AB4E3D97-B09E-4370-877D-A6A8A715C68F}" type="sibTrans" cxnId="{17A9CF55-668E-49F6-B1D2-7923E1764CB1}">
      <dgm:prSet/>
      <dgm:spPr/>
      <dgm:t>
        <a:bodyPr/>
        <a:lstStyle/>
        <a:p>
          <a:endParaRPr lang="en-US"/>
        </a:p>
      </dgm:t>
    </dgm:pt>
    <dgm:pt modelId="{30A04296-C171-D349-82A7-646DD682A1B5}" type="pres">
      <dgm:prSet presAssocID="{359B0374-181F-4CBB-B18C-5065A7E213DB}" presName="vert0" presStyleCnt="0">
        <dgm:presLayoutVars>
          <dgm:dir/>
          <dgm:animOne val="branch"/>
          <dgm:animLvl val="lvl"/>
        </dgm:presLayoutVars>
      </dgm:prSet>
      <dgm:spPr/>
    </dgm:pt>
    <dgm:pt modelId="{A69EBC2D-CDB9-1745-89BE-705BE7E62D54}" type="pres">
      <dgm:prSet presAssocID="{0824A093-4A45-4527-BF79-0EB7510DF96D}" presName="thickLine" presStyleLbl="alignNode1" presStyleIdx="0" presStyleCnt="5"/>
      <dgm:spPr/>
    </dgm:pt>
    <dgm:pt modelId="{5F38D668-7DF8-5B40-A890-9BB559B2D5E1}" type="pres">
      <dgm:prSet presAssocID="{0824A093-4A45-4527-BF79-0EB7510DF96D}" presName="horz1" presStyleCnt="0"/>
      <dgm:spPr/>
    </dgm:pt>
    <dgm:pt modelId="{8FA822A2-931B-A84B-A496-72EF00F30303}" type="pres">
      <dgm:prSet presAssocID="{0824A093-4A45-4527-BF79-0EB7510DF96D}" presName="tx1" presStyleLbl="revTx" presStyleIdx="0" presStyleCnt="5"/>
      <dgm:spPr/>
    </dgm:pt>
    <dgm:pt modelId="{C2AFD6E0-4EF2-5345-89B7-70849FFC29C8}" type="pres">
      <dgm:prSet presAssocID="{0824A093-4A45-4527-BF79-0EB7510DF96D}" presName="vert1" presStyleCnt="0"/>
      <dgm:spPr/>
    </dgm:pt>
    <dgm:pt modelId="{1BCD930B-0284-4242-933D-43D079F2D61F}" type="pres">
      <dgm:prSet presAssocID="{02EC66F9-4AAC-45EE-86A8-534FA252EEC8}" presName="thickLine" presStyleLbl="alignNode1" presStyleIdx="1" presStyleCnt="5"/>
      <dgm:spPr/>
    </dgm:pt>
    <dgm:pt modelId="{ABE3AEEE-B567-8443-9AA7-C377CE9AA237}" type="pres">
      <dgm:prSet presAssocID="{02EC66F9-4AAC-45EE-86A8-534FA252EEC8}" presName="horz1" presStyleCnt="0"/>
      <dgm:spPr/>
    </dgm:pt>
    <dgm:pt modelId="{6DAF03E9-5605-C943-9C82-BD2F581324B6}" type="pres">
      <dgm:prSet presAssocID="{02EC66F9-4AAC-45EE-86A8-534FA252EEC8}" presName="tx1" presStyleLbl="revTx" presStyleIdx="1" presStyleCnt="5"/>
      <dgm:spPr/>
    </dgm:pt>
    <dgm:pt modelId="{0FDA32DE-0A97-E041-A762-BB9989147F54}" type="pres">
      <dgm:prSet presAssocID="{02EC66F9-4AAC-45EE-86A8-534FA252EEC8}" presName="vert1" presStyleCnt="0"/>
      <dgm:spPr/>
    </dgm:pt>
    <dgm:pt modelId="{C213DD51-1251-0B4D-A61E-1557ECAF4F11}" type="pres">
      <dgm:prSet presAssocID="{54A85EF0-C065-4744-812D-EB92682F1C79}" presName="thickLine" presStyleLbl="alignNode1" presStyleIdx="2" presStyleCnt="5"/>
      <dgm:spPr/>
    </dgm:pt>
    <dgm:pt modelId="{E7ADD537-E8DB-5D42-B80F-E9695ECB1DE2}" type="pres">
      <dgm:prSet presAssocID="{54A85EF0-C065-4744-812D-EB92682F1C79}" presName="horz1" presStyleCnt="0"/>
      <dgm:spPr/>
    </dgm:pt>
    <dgm:pt modelId="{D35A6A67-A06B-CA41-8EE8-AD736339144A}" type="pres">
      <dgm:prSet presAssocID="{54A85EF0-C065-4744-812D-EB92682F1C79}" presName="tx1" presStyleLbl="revTx" presStyleIdx="2" presStyleCnt="5"/>
      <dgm:spPr/>
    </dgm:pt>
    <dgm:pt modelId="{A1041E09-8F0D-1849-ACCB-7AE2208703E7}" type="pres">
      <dgm:prSet presAssocID="{54A85EF0-C065-4744-812D-EB92682F1C79}" presName="vert1" presStyleCnt="0"/>
      <dgm:spPr/>
    </dgm:pt>
    <dgm:pt modelId="{E90C423A-4757-114F-8B70-596A9C8691C9}" type="pres">
      <dgm:prSet presAssocID="{206D9E2F-5AF1-4F9C-8B51-ED5D08CA0095}" presName="thickLine" presStyleLbl="alignNode1" presStyleIdx="3" presStyleCnt="5"/>
      <dgm:spPr/>
    </dgm:pt>
    <dgm:pt modelId="{BCE36CEA-4FFC-E04C-AD22-D06CFD2B5728}" type="pres">
      <dgm:prSet presAssocID="{206D9E2F-5AF1-4F9C-8B51-ED5D08CA0095}" presName="horz1" presStyleCnt="0"/>
      <dgm:spPr/>
    </dgm:pt>
    <dgm:pt modelId="{FE518343-CBE6-5641-BE5B-321B34D6DC15}" type="pres">
      <dgm:prSet presAssocID="{206D9E2F-5AF1-4F9C-8B51-ED5D08CA0095}" presName="tx1" presStyleLbl="revTx" presStyleIdx="3" presStyleCnt="5"/>
      <dgm:spPr/>
    </dgm:pt>
    <dgm:pt modelId="{88AC6738-170C-3342-A2C0-37F331E8F82B}" type="pres">
      <dgm:prSet presAssocID="{206D9E2F-5AF1-4F9C-8B51-ED5D08CA0095}" presName="vert1" presStyleCnt="0"/>
      <dgm:spPr/>
    </dgm:pt>
    <dgm:pt modelId="{78017C93-827F-394F-B010-B73E71AAA115}" type="pres">
      <dgm:prSet presAssocID="{24DB70E6-6272-43AB-8258-C30873843C1D}" presName="thickLine" presStyleLbl="alignNode1" presStyleIdx="4" presStyleCnt="5"/>
      <dgm:spPr/>
    </dgm:pt>
    <dgm:pt modelId="{F4933514-FA65-3747-BF33-9D05E89D6EE7}" type="pres">
      <dgm:prSet presAssocID="{24DB70E6-6272-43AB-8258-C30873843C1D}" presName="horz1" presStyleCnt="0"/>
      <dgm:spPr/>
    </dgm:pt>
    <dgm:pt modelId="{8128B185-D269-DA42-B21D-6CA025B37580}" type="pres">
      <dgm:prSet presAssocID="{24DB70E6-6272-43AB-8258-C30873843C1D}" presName="tx1" presStyleLbl="revTx" presStyleIdx="4" presStyleCnt="5"/>
      <dgm:spPr/>
    </dgm:pt>
    <dgm:pt modelId="{04362582-08A4-4441-9FA8-B53EF48B43A9}" type="pres">
      <dgm:prSet presAssocID="{24DB70E6-6272-43AB-8258-C30873843C1D}" presName="vert1" presStyleCnt="0"/>
      <dgm:spPr/>
    </dgm:pt>
  </dgm:ptLst>
  <dgm:cxnLst>
    <dgm:cxn modelId="{5D918905-038E-FA40-82EE-538995944CE1}" type="presOf" srcId="{24DB70E6-6272-43AB-8258-C30873843C1D}" destId="{8128B185-D269-DA42-B21D-6CA025B37580}" srcOrd="0" destOrd="0" presId="urn:microsoft.com/office/officeart/2008/layout/LinedList"/>
    <dgm:cxn modelId="{153E7B2C-85F3-A042-8DC4-829AA38DDCEA}" type="presOf" srcId="{02EC66F9-4AAC-45EE-86A8-534FA252EEC8}" destId="{6DAF03E9-5605-C943-9C82-BD2F581324B6}" srcOrd="0" destOrd="0" presId="urn:microsoft.com/office/officeart/2008/layout/LinedList"/>
    <dgm:cxn modelId="{17A9CF55-668E-49F6-B1D2-7923E1764CB1}" srcId="{359B0374-181F-4CBB-B18C-5065A7E213DB}" destId="{24DB70E6-6272-43AB-8258-C30873843C1D}" srcOrd="4" destOrd="0" parTransId="{5EC826A0-D41D-46D0-B64E-D92F1B85DAC1}" sibTransId="{AB4E3D97-B09E-4370-877D-A6A8A715C68F}"/>
    <dgm:cxn modelId="{07E7DB6A-194A-FD44-83B5-CA9359C0A79F}" type="presOf" srcId="{359B0374-181F-4CBB-B18C-5065A7E213DB}" destId="{30A04296-C171-D349-82A7-646DD682A1B5}" srcOrd="0" destOrd="0" presId="urn:microsoft.com/office/officeart/2008/layout/LinedList"/>
    <dgm:cxn modelId="{691DCB8A-1188-4BCE-92F1-718C79B7ACB3}" srcId="{359B0374-181F-4CBB-B18C-5065A7E213DB}" destId="{54A85EF0-C065-4744-812D-EB92682F1C79}" srcOrd="2" destOrd="0" parTransId="{73FB9A69-4F10-4457-9407-7A5C3835CFEF}" sibTransId="{9AD5ECA2-C216-40DF-A091-53246DC36D01}"/>
    <dgm:cxn modelId="{92349F91-C222-40F5-8712-18978C4F6906}" srcId="{359B0374-181F-4CBB-B18C-5065A7E213DB}" destId="{206D9E2F-5AF1-4F9C-8B51-ED5D08CA0095}" srcOrd="3" destOrd="0" parTransId="{445C03BF-2C8F-45E4-B063-9AF0B5E0461F}" sibTransId="{32E25756-BFD8-40B8-87E4-F0CD8DD8253A}"/>
    <dgm:cxn modelId="{9A7A6EBE-7E51-4C4B-9D86-5AF3615162A8}" type="presOf" srcId="{0824A093-4A45-4527-BF79-0EB7510DF96D}" destId="{8FA822A2-931B-A84B-A496-72EF00F30303}" srcOrd="0" destOrd="0" presId="urn:microsoft.com/office/officeart/2008/layout/LinedList"/>
    <dgm:cxn modelId="{6DF54BC0-895F-4B36-AE69-BC4D5BB658B7}" srcId="{359B0374-181F-4CBB-B18C-5065A7E213DB}" destId="{02EC66F9-4AAC-45EE-86A8-534FA252EEC8}" srcOrd="1" destOrd="0" parTransId="{3FA33825-A08C-4831-AF03-17E2926FD50A}" sibTransId="{A4207F42-9AB7-43BE-9E75-C66AAA8FD503}"/>
    <dgm:cxn modelId="{5823E8C0-A6F1-441A-BEF1-BADE18DD3DA3}" srcId="{359B0374-181F-4CBB-B18C-5065A7E213DB}" destId="{0824A093-4A45-4527-BF79-0EB7510DF96D}" srcOrd="0" destOrd="0" parTransId="{1C594803-B761-4007-A4CE-1CBE0787669E}" sibTransId="{D68A4D02-14B5-4433-AF39-9C992FDFA317}"/>
    <dgm:cxn modelId="{C037B6D6-B0D7-514F-86DA-2AC65C83CB87}" type="presOf" srcId="{54A85EF0-C065-4744-812D-EB92682F1C79}" destId="{D35A6A67-A06B-CA41-8EE8-AD736339144A}" srcOrd="0" destOrd="0" presId="urn:microsoft.com/office/officeart/2008/layout/LinedList"/>
    <dgm:cxn modelId="{136F5DEA-CD77-0144-B5C1-9836D9CA39BB}" type="presOf" srcId="{206D9E2F-5AF1-4F9C-8B51-ED5D08CA0095}" destId="{FE518343-CBE6-5641-BE5B-321B34D6DC15}" srcOrd="0" destOrd="0" presId="urn:microsoft.com/office/officeart/2008/layout/LinedList"/>
    <dgm:cxn modelId="{E9B63B8F-94A3-C94D-AC12-761282DA22C7}" type="presParOf" srcId="{30A04296-C171-D349-82A7-646DD682A1B5}" destId="{A69EBC2D-CDB9-1745-89BE-705BE7E62D54}" srcOrd="0" destOrd="0" presId="urn:microsoft.com/office/officeart/2008/layout/LinedList"/>
    <dgm:cxn modelId="{40A13408-0256-0942-983D-BD2AF49BAC1F}" type="presParOf" srcId="{30A04296-C171-D349-82A7-646DD682A1B5}" destId="{5F38D668-7DF8-5B40-A890-9BB559B2D5E1}" srcOrd="1" destOrd="0" presId="urn:microsoft.com/office/officeart/2008/layout/LinedList"/>
    <dgm:cxn modelId="{586F0680-B4BD-7C46-A598-77280BC568B1}" type="presParOf" srcId="{5F38D668-7DF8-5B40-A890-9BB559B2D5E1}" destId="{8FA822A2-931B-A84B-A496-72EF00F30303}" srcOrd="0" destOrd="0" presId="urn:microsoft.com/office/officeart/2008/layout/LinedList"/>
    <dgm:cxn modelId="{AA10B4E9-2FE6-EE40-99A2-455B7512F846}" type="presParOf" srcId="{5F38D668-7DF8-5B40-A890-9BB559B2D5E1}" destId="{C2AFD6E0-4EF2-5345-89B7-70849FFC29C8}" srcOrd="1" destOrd="0" presId="urn:microsoft.com/office/officeart/2008/layout/LinedList"/>
    <dgm:cxn modelId="{EEB2E370-6B21-BC4A-AE11-E6657A9938F7}" type="presParOf" srcId="{30A04296-C171-D349-82A7-646DD682A1B5}" destId="{1BCD930B-0284-4242-933D-43D079F2D61F}" srcOrd="2" destOrd="0" presId="urn:microsoft.com/office/officeart/2008/layout/LinedList"/>
    <dgm:cxn modelId="{B0CDB854-4DAD-8743-BFD6-1BBD200B60BD}" type="presParOf" srcId="{30A04296-C171-D349-82A7-646DD682A1B5}" destId="{ABE3AEEE-B567-8443-9AA7-C377CE9AA237}" srcOrd="3" destOrd="0" presId="urn:microsoft.com/office/officeart/2008/layout/LinedList"/>
    <dgm:cxn modelId="{D003555C-FC75-A242-AD35-0D7597D705F0}" type="presParOf" srcId="{ABE3AEEE-B567-8443-9AA7-C377CE9AA237}" destId="{6DAF03E9-5605-C943-9C82-BD2F581324B6}" srcOrd="0" destOrd="0" presId="urn:microsoft.com/office/officeart/2008/layout/LinedList"/>
    <dgm:cxn modelId="{C95C9798-9620-8949-91E9-E2C172B77D2B}" type="presParOf" srcId="{ABE3AEEE-B567-8443-9AA7-C377CE9AA237}" destId="{0FDA32DE-0A97-E041-A762-BB9989147F54}" srcOrd="1" destOrd="0" presId="urn:microsoft.com/office/officeart/2008/layout/LinedList"/>
    <dgm:cxn modelId="{1154D36E-D2E5-3E4B-B05E-A3051A978F7D}" type="presParOf" srcId="{30A04296-C171-D349-82A7-646DD682A1B5}" destId="{C213DD51-1251-0B4D-A61E-1557ECAF4F11}" srcOrd="4" destOrd="0" presId="urn:microsoft.com/office/officeart/2008/layout/LinedList"/>
    <dgm:cxn modelId="{B20E06C2-0369-6F48-AB68-2EB8F03B1A9D}" type="presParOf" srcId="{30A04296-C171-D349-82A7-646DD682A1B5}" destId="{E7ADD537-E8DB-5D42-B80F-E9695ECB1DE2}" srcOrd="5" destOrd="0" presId="urn:microsoft.com/office/officeart/2008/layout/LinedList"/>
    <dgm:cxn modelId="{F934DC65-241D-A747-888F-9589FC362789}" type="presParOf" srcId="{E7ADD537-E8DB-5D42-B80F-E9695ECB1DE2}" destId="{D35A6A67-A06B-CA41-8EE8-AD736339144A}" srcOrd="0" destOrd="0" presId="urn:microsoft.com/office/officeart/2008/layout/LinedList"/>
    <dgm:cxn modelId="{CDCE3255-7E66-D645-B6CB-2D00D58C20BE}" type="presParOf" srcId="{E7ADD537-E8DB-5D42-B80F-E9695ECB1DE2}" destId="{A1041E09-8F0D-1849-ACCB-7AE2208703E7}" srcOrd="1" destOrd="0" presId="urn:microsoft.com/office/officeart/2008/layout/LinedList"/>
    <dgm:cxn modelId="{26B4F02F-9361-3B48-9A40-43784A54F41A}" type="presParOf" srcId="{30A04296-C171-D349-82A7-646DD682A1B5}" destId="{E90C423A-4757-114F-8B70-596A9C8691C9}" srcOrd="6" destOrd="0" presId="urn:microsoft.com/office/officeart/2008/layout/LinedList"/>
    <dgm:cxn modelId="{A3CF1017-4C81-114C-88D9-7D3E6C9F46B4}" type="presParOf" srcId="{30A04296-C171-D349-82A7-646DD682A1B5}" destId="{BCE36CEA-4FFC-E04C-AD22-D06CFD2B5728}" srcOrd="7" destOrd="0" presId="urn:microsoft.com/office/officeart/2008/layout/LinedList"/>
    <dgm:cxn modelId="{BF824E2F-E773-754D-B79C-47A409DFDB3E}" type="presParOf" srcId="{BCE36CEA-4FFC-E04C-AD22-D06CFD2B5728}" destId="{FE518343-CBE6-5641-BE5B-321B34D6DC15}" srcOrd="0" destOrd="0" presId="urn:microsoft.com/office/officeart/2008/layout/LinedList"/>
    <dgm:cxn modelId="{1A3712E5-9BBA-2842-88D7-5AAA70F6786E}" type="presParOf" srcId="{BCE36CEA-4FFC-E04C-AD22-D06CFD2B5728}" destId="{88AC6738-170C-3342-A2C0-37F331E8F82B}" srcOrd="1" destOrd="0" presId="urn:microsoft.com/office/officeart/2008/layout/LinedList"/>
    <dgm:cxn modelId="{EA83B107-1B4D-2343-A4BD-FB222993F28E}" type="presParOf" srcId="{30A04296-C171-D349-82A7-646DD682A1B5}" destId="{78017C93-827F-394F-B010-B73E71AAA115}" srcOrd="8" destOrd="0" presId="urn:microsoft.com/office/officeart/2008/layout/LinedList"/>
    <dgm:cxn modelId="{D0FF85AE-40DA-904F-BBAF-8E91F4FAD576}" type="presParOf" srcId="{30A04296-C171-D349-82A7-646DD682A1B5}" destId="{F4933514-FA65-3747-BF33-9D05E89D6EE7}" srcOrd="9" destOrd="0" presId="urn:microsoft.com/office/officeart/2008/layout/LinedList"/>
    <dgm:cxn modelId="{C2788653-7752-0A4E-A5E2-7AEB70E6E452}" type="presParOf" srcId="{F4933514-FA65-3747-BF33-9D05E89D6EE7}" destId="{8128B185-D269-DA42-B21D-6CA025B37580}" srcOrd="0" destOrd="0" presId="urn:microsoft.com/office/officeart/2008/layout/LinedList"/>
    <dgm:cxn modelId="{E01C4DDD-5ED6-6F42-8E61-474C62CFCD98}" type="presParOf" srcId="{F4933514-FA65-3747-BF33-9D05E89D6EE7}" destId="{04362582-08A4-4441-9FA8-B53EF48B43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6ABAF66-0FF3-4D2F-B232-47B71943DE18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EE87CC-F6BF-48C9-A94F-97099ED1EEA3}">
      <dgm:prSet/>
      <dgm:spPr/>
      <dgm:t>
        <a:bodyPr/>
        <a:lstStyle/>
        <a:p>
          <a:r>
            <a:rPr lang="en-US"/>
            <a:t>• Rules stored in agent-diagnosis/rules/*.md</a:t>
          </a:r>
        </a:p>
      </dgm:t>
    </dgm:pt>
    <dgm:pt modelId="{9C7BE7E1-60D2-49C4-96B3-EC79E01C65AD}" type="parTrans" cxnId="{6431904B-63D5-4A4C-90DA-42A8C7516BF1}">
      <dgm:prSet/>
      <dgm:spPr/>
      <dgm:t>
        <a:bodyPr/>
        <a:lstStyle/>
        <a:p>
          <a:endParaRPr lang="en-US"/>
        </a:p>
      </dgm:t>
    </dgm:pt>
    <dgm:pt modelId="{2ECD467E-E80D-4690-9115-101EE224774D}" type="sibTrans" cxnId="{6431904B-63D5-4A4C-90DA-42A8C7516BF1}">
      <dgm:prSet/>
      <dgm:spPr/>
      <dgm:t>
        <a:bodyPr/>
        <a:lstStyle/>
        <a:p>
          <a:endParaRPr lang="en-US"/>
        </a:p>
      </dgm:t>
    </dgm:pt>
    <dgm:pt modelId="{3DD3D244-7BEF-4A00-9B65-2679D7C7B937}">
      <dgm:prSet/>
      <dgm:spPr/>
      <dgm:t>
        <a:bodyPr/>
        <a:lstStyle/>
        <a:p>
          <a:r>
            <a:rPr lang="en-US"/>
            <a:t>• Create from natural language (LLM) or flowchart upload (VLM)</a:t>
          </a:r>
        </a:p>
      </dgm:t>
    </dgm:pt>
    <dgm:pt modelId="{FFC6AF82-403C-4FCE-B66B-2CDCD309B0E4}" type="parTrans" cxnId="{F51AAE37-93A8-4CBC-A082-308DF37E4318}">
      <dgm:prSet/>
      <dgm:spPr/>
      <dgm:t>
        <a:bodyPr/>
        <a:lstStyle/>
        <a:p>
          <a:endParaRPr lang="en-US"/>
        </a:p>
      </dgm:t>
    </dgm:pt>
    <dgm:pt modelId="{FA53257D-A77A-4E04-8DDD-724ECAD8AEB7}" type="sibTrans" cxnId="{F51AAE37-93A8-4CBC-A082-308DF37E4318}">
      <dgm:prSet/>
      <dgm:spPr/>
      <dgm:t>
        <a:bodyPr/>
        <a:lstStyle/>
        <a:p>
          <a:endParaRPr lang="en-US"/>
        </a:p>
      </dgm:t>
    </dgm:pt>
    <dgm:pt modelId="{83FC1924-E8EF-4EA9-A4D6-9525C0534414}">
      <dgm:prSet/>
      <dgm:spPr/>
      <dgm:t>
        <a:bodyPr/>
        <a:lstStyle/>
        <a:p>
          <a:r>
            <a:rPr lang="en-US"/>
            <a:t>• RAG: query similar diagnoses, alerts, feedback, rules</a:t>
          </a:r>
        </a:p>
      </dgm:t>
    </dgm:pt>
    <dgm:pt modelId="{1D1B7298-C1C9-4BD4-8039-956C6D78DC17}" type="parTrans" cxnId="{500B96EA-82AE-4CE3-B1C5-7BB8432AA50E}">
      <dgm:prSet/>
      <dgm:spPr/>
      <dgm:t>
        <a:bodyPr/>
        <a:lstStyle/>
        <a:p>
          <a:endParaRPr lang="en-US"/>
        </a:p>
      </dgm:t>
    </dgm:pt>
    <dgm:pt modelId="{EE3E1D7B-0EA9-488D-ACE6-7F66B12EA0E0}" type="sibTrans" cxnId="{500B96EA-82AE-4CE3-B1C5-7BB8432AA50E}">
      <dgm:prSet/>
      <dgm:spPr/>
      <dgm:t>
        <a:bodyPr/>
        <a:lstStyle/>
        <a:p>
          <a:endParaRPr lang="en-US"/>
        </a:p>
      </dgm:t>
    </dgm:pt>
    <dgm:pt modelId="{A5E85ED6-0F28-4A94-A6EE-24B5371B5AFA}">
      <dgm:prSet/>
      <dgm:spPr/>
      <dgm:t>
        <a:bodyPr/>
        <a:lstStyle/>
        <a:p>
          <a:r>
            <a:rPr lang="en-US"/>
            <a:t>• Vector index (sqlite-vec + sentence-transformers)</a:t>
          </a:r>
        </a:p>
      </dgm:t>
    </dgm:pt>
    <dgm:pt modelId="{54A844E0-AA98-433F-85EB-A225EB221E5D}" type="parTrans" cxnId="{8CBE3664-9172-47C3-99E2-E5F9801F0E40}">
      <dgm:prSet/>
      <dgm:spPr/>
      <dgm:t>
        <a:bodyPr/>
        <a:lstStyle/>
        <a:p>
          <a:endParaRPr lang="en-US"/>
        </a:p>
      </dgm:t>
    </dgm:pt>
    <dgm:pt modelId="{C68ADC79-4904-49DE-9517-AEDE740E9F50}" type="sibTrans" cxnId="{8CBE3664-9172-47C3-99E2-E5F9801F0E40}">
      <dgm:prSet/>
      <dgm:spPr/>
      <dgm:t>
        <a:bodyPr/>
        <a:lstStyle/>
        <a:p>
          <a:endParaRPr lang="en-US"/>
        </a:p>
      </dgm:t>
    </dgm:pt>
    <dgm:pt modelId="{108A7CBB-E515-4941-A6F4-AB1CAC1FB1B3}" type="pres">
      <dgm:prSet presAssocID="{56ABAF66-0FF3-4D2F-B232-47B71943DE18}" presName="Name0" presStyleCnt="0">
        <dgm:presLayoutVars>
          <dgm:dir/>
          <dgm:animLvl val="lvl"/>
          <dgm:resizeHandles val="exact"/>
        </dgm:presLayoutVars>
      </dgm:prSet>
      <dgm:spPr/>
    </dgm:pt>
    <dgm:pt modelId="{5E580734-EDE4-CD41-AB67-79EFF9B78C7A}" type="pres">
      <dgm:prSet presAssocID="{A5E85ED6-0F28-4A94-A6EE-24B5371B5AFA}" presName="boxAndChildren" presStyleCnt="0"/>
      <dgm:spPr/>
    </dgm:pt>
    <dgm:pt modelId="{CA9217BD-39A5-0141-8A48-6A108B5E548A}" type="pres">
      <dgm:prSet presAssocID="{A5E85ED6-0F28-4A94-A6EE-24B5371B5AFA}" presName="parentTextBox" presStyleLbl="node1" presStyleIdx="0" presStyleCnt="4"/>
      <dgm:spPr/>
    </dgm:pt>
    <dgm:pt modelId="{E647A7E3-4554-C84C-9F76-6F3E64C22784}" type="pres">
      <dgm:prSet presAssocID="{EE3E1D7B-0EA9-488D-ACE6-7F66B12EA0E0}" presName="sp" presStyleCnt="0"/>
      <dgm:spPr/>
    </dgm:pt>
    <dgm:pt modelId="{4E22269F-9A4A-CC47-B59B-90EBA2EFE6C4}" type="pres">
      <dgm:prSet presAssocID="{83FC1924-E8EF-4EA9-A4D6-9525C0534414}" presName="arrowAndChildren" presStyleCnt="0"/>
      <dgm:spPr/>
    </dgm:pt>
    <dgm:pt modelId="{B592F554-762E-984A-95D3-D3D6343D73B5}" type="pres">
      <dgm:prSet presAssocID="{83FC1924-E8EF-4EA9-A4D6-9525C0534414}" presName="parentTextArrow" presStyleLbl="node1" presStyleIdx="1" presStyleCnt="4"/>
      <dgm:spPr/>
    </dgm:pt>
    <dgm:pt modelId="{7DF49762-6EC7-854A-942E-DC3A9FDF3BB1}" type="pres">
      <dgm:prSet presAssocID="{FA53257D-A77A-4E04-8DDD-724ECAD8AEB7}" presName="sp" presStyleCnt="0"/>
      <dgm:spPr/>
    </dgm:pt>
    <dgm:pt modelId="{786D320A-4946-9743-A6E4-E0E6FCB33D27}" type="pres">
      <dgm:prSet presAssocID="{3DD3D244-7BEF-4A00-9B65-2679D7C7B937}" presName="arrowAndChildren" presStyleCnt="0"/>
      <dgm:spPr/>
    </dgm:pt>
    <dgm:pt modelId="{BBF08CAC-07B0-0440-A9B8-D1933EE37622}" type="pres">
      <dgm:prSet presAssocID="{3DD3D244-7BEF-4A00-9B65-2679D7C7B937}" presName="parentTextArrow" presStyleLbl="node1" presStyleIdx="2" presStyleCnt="4"/>
      <dgm:spPr/>
    </dgm:pt>
    <dgm:pt modelId="{247DF11F-2D77-684D-949B-1435B64372AB}" type="pres">
      <dgm:prSet presAssocID="{2ECD467E-E80D-4690-9115-101EE224774D}" presName="sp" presStyleCnt="0"/>
      <dgm:spPr/>
    </dgm:pt>
    <dgm:pt modelId="{CA6CAC13-DA2B-174B-9AD8-14AB0B19BED7}" type="pres">
      <dgm:prSet presAssocID="{B9EE87CC-F6BF-48C9-A94F-97099ED1EEA3}" presName="arrowAndChildren" presStyleCnt="0"/>
      <dgm:spPr/>
    </dgm:pt>
    <dgm:pt modelId="{0BD7713D-F6F1-3A49-86DF-88F9AE0BDFF4}" type="pres">
      <dgm:prSet presAssocID="{B9EE87CC-F6BF-48C9-A94F-97099ED1EEA3}" presName="parentTextArrow" presStyleLbl="node1" presStyleIdx="3" presStyleCnt="4"/>
      <dgm:spPr/>
    </dgm:pt>
  </dgm:ptLst>
  <dgm:cxnLst>
    <dgm:cxn modelId="{F51AAE37-93A8-4CBC-A082-308DF37E4318}" srcId="{56ABAF66-0FF3-4D2F-B232-47B71943DE18}" destId="{3DD3D244-7BEF-4A00-9B65-2679D7C7B937}" srcOrd="1" destOrd="0" parTransId="{FFC6AF82-403C-4FCE-B66B-2CDCD309B0E4}" sibTransId="{FA53257D-A77A-4E04-8DDD-724ECAD8AEB7}"/>
    <dgm:cxn modelId="{6431904B-63D5-4A4C-90DA-42A8C7516BF1}" srcId="{56ABAF66-0FF3-4D2F-B232-47B71943DE18}" destId="{B9EE87CC-F6BF-48C9-A94F-97099ED1EEA3}" srcOrd="0" destOrd="0" parTransId="{9C7BE7E1-60D2-49C4-96B3-EC79E01C65AD}" sibTransId="{2ECD467E-E80D-4690-9115-101EE224774D}"/>
    <dgm:cxn modelId="{55F6505D-CFA5-184B-8D56-1144AE5A7F2E}" type="presOf" srcId="{56ABAF66-0FF3-4D2F-B232-47B71943DE18}" destId="{108A7CBB-E515-4941-A6F4-AB1CAC1FB1B3}" srcOrd="0" destOrd="0" presId="urn:microsoft.com/office/officeart/2005/8/layout/process4"/>
    <dgm:cxn modelId="{8CBE3664-9172-47C3-99E2-E5F9801F0E40}" srcId="{56ABAF66-0FF3-4D2F-B232-47B71943DE18}" destId="{A5E85ED6-0F28-4A94-A6EE-24B5371B5AFA}" srcOrd="3" destOrd="0" parTransId="{54A844E0-AA98-433F-85EB-A225EB221E5D}" sibTransId="{C68ADC79-4904-49DE-9517-AEDE740E9F50}"/>
    <dgm:cxn modelId="{20F4856B-C0D0-104A-A27D-D37BD1CBD0A0}" type="presOf" srcId="{B9EE87CC-F6BF-48C9-A94F-97099ED1EEA3}" destId="{0BD7713D-F6F1-3A49-86DF-88F9AE0BDFF4}" srcOrd="0" destOrd="0" presId="urn:microsoft.com/office/officeart/2005/8/layout/process4"/>
    <dgm:cxn modelId="{75620178-2C80-F54D-B92D-99A4DC4FC9A1}" type="presOf" srcId="{3DD3D244-7BEF-4A00-9B65-2679D7C7B937}" destId="{BBF08CAC-07B0-0440-A9B8-D1933EE37622}" srcOrd="0" destOrd="0" presId="urn:microsoft.com/office/officeart/2005/8/layout/process4"/>
    <dgm:cxn modelId="{49727A7C-797E-994F-8A47-1B778DD0BB91}" type="presOf" srcId="{A5E85ED6-0F28-4A94-A6EE-24B5371B5AFA}" destId="{CA9217BD-39A5-0141-8A48-6A108B5E548A}" srcOrd="0" destOrd="0" presId="urn:microsoft.com/office/officeart/2005/8/layout/process4"/>
    <dgm:cxn modelId="{463D60DA-6FD5-0748-9FFC-D0391A19E9E1}" type="presOf" srcId="{83FC1924-E8EF-4EA9-A4D6-9525C0534414}" destId="{B592F554-762E-984A-95D3-D3D6343D73B5}" srcOrd="0" destOrd="0" presId="urn:microsoft.com/office/officeart/2005/8/layout/process4"/>
    <dgm:cxn modelId="{500B96EA-82AE-4CE3-B1C5-7BB8432AA50E}" srcId="{56ABAF66-0FF3-4D2F-B232-47B71943DE18}" destId="{83FC1924-E8EF-4EA9-A4D6-9525C0534414}" srcOrd="2" destOrd="0" parTransId="{1D1B7298-C1C9-4BD4-8039-956C6D78DC17}" sibTransId="{EE3E1D7B-0EA9-488D-ACE6-7F66B12EA0E0}"/>
    <dgm:cxn modelId="{89D58DAD-E34E-BE4C-BB5F-9A8781C2ED32}" type="presParOf" srcId="{108A7CBB-E515-4941-A6F4-AB1CAC1FB1B3}" destId="{5E580734-EDE4-CD41-AB67-79EFF9B78C7A}" srcOrd="0" destOrd="0" presId="urn:microsoft.com/office/officeart/2005/8/layout/process4"/>
    <dgm:cxn modelId="{B2F59E06-C304-DD40-B79A-833CC343BFEB}" type="presParOf" srcId="{5E580734-EDE4-CD41-AB67-79EFF9B78C7A}" destId="{CA9217BD-39A5-0141-8A48-6A108B5E548A}" srcOrd="0" destOrd="0" presId="urn:microsoft.com/office/officeart/2005/8/layout/process4"/>
    <dgm:cxn modelId="{16867676-06E8-C744-8E0C-C896B9A7DBF2}" type="presParOf" srcId="{108A7CBB-E515-4941-A6F4-AB1CAC1FB1B3}" destId="{E647A7E3-4554-C84C-9F76-6F3E64C22784}" srcOrd="1" destOrd="0" presId="urn:microsoft.com/office/officeart/2005/8/layout/process4"/>
    <dgm:cxn modelId="{B0DF7260-475F-A441-A8C2-64ECAE69BA4B}" type="presParOf" srcId="{108A7CBB-E515-4941-A6F4-AB1CAC1FB1B3}" destId="{4E22269F-9A4A-CC47-B59B-90EBA2EFE6C4}" srcOrd="2" destOrd="0" presId="urn:microsoft.com/office/officeart/2005/8/layout/process4"/>
    <dgm:cxn modelId="{DD197B63-269D-8845-A546-6A4B6FD423AF}" type="presParOf" srcId="{4E22269F-9A4A-CC47-B59B-90EBA2EFE6C4}" destId="{B592F554-762E-984A-95D3-D3D6343D73B5}" srcOrd="0" destOrd="0" presId="urn:microsoft.com/office/officeart/2005/8/layout/process4"/>
    <dgm:cxn modelId="{559D9736-A66F-C146-898C-B2D5CABCB466}" type="presParOf" srcId="{108A7CBB-E515-4941-A6F4-AB1CAC1FB1B3}" destId="{7DF49762-6EC7-854A-942E-DC3A9FDF3BB1}" srcOrd="3" destOrd="0" presId="urn:microsoft.com/office/officeart/2005/8/layout/process4"/>
    <dgm:cxn modelId="{64AC5A0B-4376-C54C-A74B-917590140A76}" type="presParOf" srcId="{108A7CBB-E515-4941-A6F4-AB1CAC1FB1B3}" destId="{786D320A-4946-9743-A6E4-E0E6FCB33D27}" srcOrd="4" destOrd="0" presId="urn:microsoft.com/office/officeart/2005/8/layout/process4"/>
    <dgm:cxn modelId="{71E9FDA9-8F64-7D45-8455-4B8C82060EE3}" type="presParOf" srcId="{786D320A-4946-9743-A6E4-E0E6FCB33D27}" destId="{BBF08CAC-07B0-0440-A9B8-D1933EE37622}" srcOrd="0" destOrd="0" presId="urn:microsoft.com/office/officeart/2005/8/layout/process4"/>
    <dgm:cxn modelId="{D29AF9A9-909E-CF47-A99E-AC85601DABC6}" type="presParOf" srcId="{108A7CBB-E515-4941-A6F4-AB1CAC1FB1B3}" destId="{247DF11F-2D77-684D-949B-1435B64372AB}" srcOrd="5" destOrd="0" presId="urn:microsoft.com/office/officeart/2005/8/layout/process4"/>
    <dgm:cxn modelId="{AEC38C9E-302D-B94D-93D9-C19251A6B734}" type="presParOf" srcId="{108A7CBB-E515-4941-A6F4-AB1CAC1FB1B3}" destId="{CA6CAC13-DA2B-174B-9AD8-14AB0B19BED7}" srcOrd="6" destOrd="0" presId="urn:microsoft.com/office/officeart/2005/8/layout/process4"/>
    <dgm:cxn modelId="{5F602A25-33E4-BC49-A3B2-9408083DE187}" type="presParOf" srcId="{CA6CAC13-DA2B-174B-9AD8-14AB0B19BED7}" destId="{0BD7713D-F6F1-3A49-86DF-88F9AE0BDFF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A1FBA-5328-4E43-8A00-736B8A5D85A0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6781A-F3B6-4195-8630-3F37D0E3C219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44680-2C49-4C47-B470-BA3B4AAE9F80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1. Why This Project?</a:t>
          </a:r>
        </a:p>
      </dsp:txBody>
      <dsp:txXfrm>
        <a:off x="518589" y="1265836"/>
        <a:ext cx="1582031" cy="632812"/>
      </dsp:txXfrm>
    </dsp:sp>
    <dsp:sp modelId="{4ED2C29D-9BDF-4B45-9A9D-9A7E14B1693F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0B24A-182B-4BA9-85FE-9342879780A1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7C8AC-CF83-4709-B9AB-F7D7B8E6CA50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2. Importance &amp; Motivation</a:t>
          </a:r>
        </a:p>
      </dsp:txBody>
      <dsp:txXfrm>
        <a:off x="2377476" y="1265836"/>
        <a:ext cx="1582031" cy="632812"/>
      </dsp:txXfrm>
    </dsp:sp>
    <dsp:sp modelId="{FD9692F4-9AD2-4CED-803F-ECCFD20C08C4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579BE-43A2-46B0-A8E5-BABD64D0BD7B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675F4-67E7-4EDE-BCC6-12945293DCC2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3. Problems We Solve</a:t>
          </a:r>
        </a:p>
      </dsp:txBody>
      <dsp:txXfrm>
        <a:off x="4236363" y="1265836"/>
        <a:ext cx="1582031" cy="632812"/>
      </dsp:txXfrm>
    </dsp:sp>
    <dsp:sp modelId="{CBF2D35A-C3D0-4D6B-81CC-8F3690F98D5A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A6252-7C5F-4388-9310-54573ECA1DD0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233B4-5845-4835-8895-1F4A8161BBEE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4. System Architecture</a:t>
          </a:r>
        </a:p>
      </dsp:txBody>
      <dsp:txXfrm>
        <a:off x="6095249" y="1265836"/>
        <a:ext cx="1582031" cy="632812"/>
      </dsp:txXfrm>
    </dsp:sp>
    <dsp:sp modelId="{EB5EF953-6F0D-45FD-949E-FF1BAB5C9E9C}">
      <dsp:nvSpPr>
        <dsp:cNvPr id="0" name=""/>
        <dsp:cNvSpPr/>
      </dsp:nvSpPr>
      <dsp:spPr>
        <a:xfrm>
          <a:off x="82708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73FBD-D237-41FE-86F7-802839958AAF}">
      <dsp:nvSpPr>
        <dsp:cNvPr id="0" name=""/>
        <dsp:cNvSpPr/>
      </dsp:nvSpPr>
      <dsp:spPr>
        <a:xfrm>
          <a:off x="1032749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B8777-667A-4625-9C83-053F72122DA2}">
      <dsp:nvSpPr>
        <dsp:cNvPr id="0" name=""/>
        <dsp:cNvSpPr/>
      </dsp:nvSpPr>
      <dsp:spPr>
        <a:xfrm>
          <a:off x="51858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5. Agent Roles &amp; Data Flow</a:t>
          </a:r>
        </a:p>
      </dsp:txBody>
      <dsp:txXfrm>
        <a:off x="518589" y="3559781"/>
        <a:ext cx="1582031" cy="632812"/>
      </dsp:txXfrm>
    </dsp:sp>
    <dsp:sp modelId="{201E5753-ECFF-4F94-A90F-E897DBE4852D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0D168-8197-4A32-BCDB-B332ED01FDF0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6B73F-1091-4CCB-8CBC-0814C1EB253C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6. Key Features &amp; Demo</a:t>
          </a:r>
        </a:p>
      </dsp:txBody>
      <dsp:txXfrm>
        <a:off x="2377476" y="3559781"/>
        <a:ext cx="1582031" cy="632812"/>
      </dsp:txXfrm>
    </dsp:sp>
    <dsp:sp modelId="{5F47695D-6D4F-42C2-8A39-F7B807DE16EB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B7ABA-0A2A-40EA-A80D-862532D3C58A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44544-BE72-4A30-AA2A-93E0AC6B87E8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7. Technology Stack</a:t>
          </a:r>
        </a:p>
      </dsp:txBody>
      <dsp:txXfrm>
        <a:off x="4236363" y="3559781"/>
        <a:ext cx="1582031" cy="632812"/>
      </dsp:txXfrm>
    </dsp:sp>
    <dsp:sp modelId="{DAEFB13A-6199-4CFD-AEE4-B973350D0FC9}">
      <dsp:nvSpPr>
        <dsp:cNvPr id="0" name=""/>
        <dsp:cNvSpPr/>
      </dsp:nvSpPr>
      <dsp:spPr>
        <a:xfrm>
          <a:off x="6403746" y="2294156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93004-BCA5-421F-A997-3CCEF6C61F6B}">
      <dsp:nvSpPr>
        <dsp:cNvPr id="0" name=""/>
        <dsp:cNvSpPr/>
      </dsp:nvSpPr>
      <dsp:spPr>
        <a:xfrm>
          <a:off x="660941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19BB6-6280-468A-96E6-7963CF07C789}">
      <dsp:nvSpPr>
        <dsp:cNvPr id="0" name=""/>
        <dsp:cNvSpPr/>
      </dsp:nvSpPr>
      <dsp:spPr>
        <a:xfrm>
          <a:off x="609524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8. Conclusion &amp; Future Work</a:t>
          </a:r>
        </a:p>
      </dsp:txBody>
      <dsp:txXfrm>
        <a:off x="6095249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0C945-0A50-0140-99E1-7D6CC28176C9}">
      <dsp:nvSpPr>
        <dsp:cNvPr id="0" name=""/>
        <dsp:cNvSpPr/>
      </dsp:nvSpPr>
      <dsp:spPr>
        <a:xfrm>
          <a:off x="0" y="4875618"/>
          <a:ext cx="4358346" cy="7998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Extensible: rules, RAG, Salesforce integration, multimodal (3D + VLM)</a:t>
          </a:r>
        </a:p>
      </dsp:txBody>
      <dsp:txXfrm>
        <a:off x="0" y="4875618"/>
        <a:ext cx="4358346" cy="799885"/>
      </dsp:txXfrm>
    </dsp:sp>
    <dsp:sp modelId="{1B66BFAA-AA48-2249-88CC-831568BF8011}">
      <dsp:nvSpPr>
        <dsp:cNvPr id="0" name=""/>
        <dsp:cNvSpPr/>
      </dsp:nvSpPr>
      <dsp:spPr>
        <a:xfrm rot="10800000">
          <a:off x="0" y="3657392"/>
          <a:ext cx="4358346" cy="123022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Human-in-the-loop design ensures safety and accountability</a:t>
          </a:r>
        </a:p>
      </dsp:txBody>
      <dsp:txXfrm rot="10800000">
        <a:off x="0" y="3657392"/>
        <a:ext cx="4358346" cy="799363"/>
      </dsp:txXfrm>
    </dsp:sp>
    <dsp:sp modelId="{5814D13B-BD7E-644E-9B15-1F94F88B0345}">
      <dsp:nvSpPr>
        <dsp:cNvPr id="0" name=""/>
        <dsp:cNvSpPr/>
      </dsp:nvSpPr>
      <dsp:spPr>
        <a:xfrm rot="10800000">
          <a:off x="0" y="2439166"/>
          <a:ext cx="4358346" cy="1230224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End-to-end pipeline: from raw sensors to human-approved tickets</a:t>
          </a:r>
        </a:p>
      </dsp:txBody>
      <dsp:txXfrm rot="10800000">
        <a:off x="0" y="2439166"/>
        <a:ext cx="4358346" cy="799363"/>
      </dsp:txXfrm>
    </dsp:sp>
    <dsp:sp modelId="{387532F8-0854-AF4E-B514-CF41773F0672}">
      <dsp:nvSpPr>
        <dsp:cNvPr id="0" name=""/>
        <dsp:cNvSpPr/>
      </dsp:nvSpPr>
      <dsp:spPr>
        <a:xfrm rot="10800000">
          <a:off x="0" y="1220940"/>
          <a:ext cx="4358346" cy="1230224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Practical industrial application: powerplant asset monitoring</a:t>
          </a:r>
        </a:p>
      </dsp:txBody>
      <dsp:txXfrm rot="10800000">
        <a:off x="0" y="1220940"/>
        <a:ext cx="4358346" cy="799363"/>
      </dsp:txXfrm>
    </dsp:sp>
    <dsp:sp modelId="{07CE9ACA-409F-C44E-9FDC-0ABA64BE5484}">
      <dsp:nvSpPr>
        <dsp:cNvPr id="0" name=""/>
        <dsp:cNvSpPr/>
      </dsp:nvSpPr>
      <dsp:spPr>
        <a:xfrm rot="10800000">
          <a:off x="0" y="2714"/>
          <a:ext cx="4358346" cy="1230224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Combines multiple cutting-edge areas: Multi-Agent Systems, IoT, LLM/AI</a:t>
          </a:r>
        </a:p>
      </dsp:txBody>
      <dsp:txXfrm rot="10800000">
        <a:off x="0" y="2714"/>
        <a:ext cx="4358346" cy="799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837FC-B3B5-B646-B7A4-BBA38CBB55D7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66E02-8DCC-9E44-87E6-2B4AECCC5921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Industrial IoT generates massive sensor data; manual monitoring is costly</a:t>
          </a:r>
        </a:p>
      </dsp:txBody>
      <dsp:txXfrm>
        <a:off x="0" y="693"/>
        <a:ext cx="4358346" cy="1135366"/>
      </dsp:txXfrm>
    </dsp:sp>
    <dsp:sp modelId="{51BD08E5-7669-E140-A675-58753976D83A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5EED2-6FC9-764B-8C0E-531F0FD36697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Early anomaly detection prevents equipment failure and downtime</a:t>
          </a:r>
        </a:p>
      </dsp:txBody>
      <dsp:txXfrm>
        <a:off x="0" y="1136059"/>
        <a:ext cx="4358346" cy="1135366"/>
      </dsp:txXfrm>
    </dsp:sp>
    <dsp:sp modelId="{4F1DB60A-20D0-B248-A828-771FEE388B42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E7FC3-B67D-A349-B698-52F1C299EF76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Root cause analysis (RCA) reduces mean-time-to-repair (MTTR)</a:t>
          </a:r>
        </a:p>
      </dsp:txBody>
      <dsp:txXfrm>
        <a:off x="0" y="2271426"/>
        <a:ext cx="4358346" cy="1135366"/>
      </dsp:txXfrm>
    </dsp:sp>
    <dsp:sp modelId="{81FFE5C7-434A-2D42-A3FD-B2CD3A59DD1F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683B6-2219-F54F-BE2D-CF00DB518F13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Automated ticket creation streamlines maintenance workflows</a:t>
          </a:r>
        </a:p>
      </dsp:txBody>
      <dsp:txXfrm>
        <a:off x="0" y="3406792"/>
        <a:ext cx="4358346" cy="1135366"/>
      </dsp:txXfrm>
    </dsp:sp>
    <dsp:sp modelId="{0E29EE7C-1CF4-6649-93A5-DC7CF02E13FE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1D2F9-758D-B84A-B059-FED1E81C06E2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Human review loop maintains quality and builds trust</a:t>
          </a:r>
        </a:p>
      </dsp:txBody>
      <dsp:txXfrm>
        <a:off x="0" y="4542159"/>
        <a:ext cx="4358346" cy="11353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35F2F-758B-D540-9EA1-2C682EF0B271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6C8ED-5973-3440-8B0F-FD214ED6E496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Real-time anomaly detection from streaming telemetry</a:t>
          </a:r>
        </a:p>
      </dsp:txBody>
      <dsp:txXfrm>
        <a:off x="0" y="693"/>
        <a:ext cx="4358346" cy="1135366"/>
      </dsp:txXfrm>
    </dsp:sp>
    <dsp:sp modelId="{FB2F4DFC-31E1-424E-8777-20537ED9C89B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52A84-2B0E-4346-B0E6-34B9125B3495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Interpretable root cause diagnosis (not black-box)</a:t>
          </a:r>
        </a:p>
      </dsp:txBody>
      <dsp:txXfrm>
        <a:off x="0" y="1136059"/>
        <a:ext cx="4358346" cy="1135366"/>
      </dsp:txXfrm>
    </dsp:sp>
    <dsp:sp modelId="{87E1278D-2C45-DF43-99F0-F8B32C73C202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16EED-564D-E343-AAC2-13139861549B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Automated ticket creation with evidence and recommended actions</a:t>
          </a:r>
        </a:p>
      </dsp:txBody>
      <dsp:txXfrm>
        <a:off x="0" y="2271426"/>
        <a:ext cx="4358346" cy="1135366"/>
      </dsp:txXfrm>
    </dsp:sp>
    <dsp:sp modelId="{7DB3B0DE-A1D3-F940-92F9-DE309844CE6E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AA083-1D0A-2247-9E8E-88E3F9FEC649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Human review interface with approve/reject/edit</a:t>
          </a:r>
        </a:p>
      </dsp:txBody>
      <dsp:txXfrm>
        <a:off x="0" y="3406792"/>
        <a:ext cx="4358346" cy="1135366"/>
      </dsp:txXfrm>
    </dsp:sp>
    <dsp:sp modelId="{F5017B7F-B7E9-A24F-83DA-0FB22F95D517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0D7F0-0C0D-164A-A224-38CB67A97B99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Integration with external systems (e.g., Salesforce)</a:t>
          </a:r>
        </a:p>
      </dsp:txBody>
      <dsp:txXfrm>
        <a:off x="0" y="4542159"/>
        <a:ext cx="4358346" cy="1135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FB3C1-A1CC-4245-B440-780A7A55D179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ADA2E-0DA2-214C-B013-8349643C5714}">
      <dsp:nvSpPr>
        <dsp:cNvPr id="0" name=""/>
        <dsp:cNvSpPr/>
      </dsp:nvSpPr>
      <dsp:spPr>
        <a:xfrm>
          <a:off x="0" y="0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Low latency: detect and diagnose within seconds</a:t>
          </a:r>
        </a:p>
      </dsp:txBody>
      <dsp:txXfrm>
        <a:off x="0" y="0"/>
        <a:ext cx="4358346" cy="1419554"/>
      </dsp:txXfrm>
    </dsp:sp>
    <dsp:sp modelId="{B4882A74-58AC-1749-8346-6AA19AC3E30A}">
      <dsp:nvSpPr>
        <dsp:cNvPr id="0" name=""/>
        <dsp:cNvSpPr/>
      </dsp:nvSpPr>
      <dsp:spPr>
        <a:xfrm>
          <a:off x="0" y="141955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8D92E-D44D-014F-B85C-9942359EF9D2}">
      <dsp:nvSpPr>
        <dsp:cNvPr id="0" name=""/>
        <dsp:cNvSpPr/>
      </dsp:nvSpPr>
      <dsp:spPr>
        <a:xfrm>
          <a:off x="0" y="141955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Explainability: evidence and rules, not just predictions</a:t>
          </a:r>
        </a:p>
      </dsp:txBody>
      <dsp:txXfrm>
        <a:off x="0" y="1419554"/>
        <a:ext cx="4358346" cy="1419554"/>
      </dsp:txXfrm>
    </dsp:sp>
    <dsp:sp modelId="{31D34C30-9371-064C-AF6D-ED9BBAB7F9F2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34DC4-C74A-114A-9FBB-96646B4367BF}">
      <dsp:nvSpPr>
        <dsp:cNvPr id="0" name=""/>
        <dsp:cNvSpPr/>
      </dsp:nvSpPr>
      <dsp:spPr>
        <a:xfrm>
          <a:off x="0" y="2839109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Scalability: multiple assets, MQTT pub/sub</a:t>
          </a:r>
        </a:p>
      </dsp:txBody>
      <dsp:txXfrm>
        <a:off x="0" y="2839109"/>
        <a:ext cx="4358346" cy="1419554"/>
      </dsp:txXfrm>
    </dsp:sp>
    <dsp:sp modelId="{DCAE5B9F-D776-6542-9089-38292C086BDD}">
      <dsp:nvSpPr>
        <dsp:cNvPr id="0" name=""/>
        <dsp:cNvSpPr/>
      </dsp:nvSpPr>
      <dsp:spPr>
        <a:xfrm>
          <a:off x="0" y="425866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E881E-CED8-7040-AF99-DA011B50314C}">
      <dsp:nvSpPr>
        <dsp:cNvPr id="0" name=""/>
        <dsp:cNvSpPr/>
      </dsp:nvSpPr>
      <dsp:spPr>
        <a:xfrm>
          <a:off x="0" y="425866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Reproducibility: fault injection, scenario-driven testing</a:t>
          </a:r>
        </a:p>
      </dsp:txBody>
      <dsp:txXfrm>
        <a:off x="0" y="4258664"/>
        <a:ext cx="4358346" cy="1419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4929C-BA9C-A94D-A0F2-4628F55DD11F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63EC9-36A2-9A4F-8FB7-4C693614C190}">
      <dsp:nvSpPr>
        <dsp:cNvPr id="0" name=""/>
        <dsp:cNvSpPr/>
      </dsp:nvSpPr>
      <dsp:spPr>
        <a:xfrm>
          <a:off x="0" y="0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Powerplants, pumps, bearings, valves generate continuous sensor data</a:t>
          </a:r>
        </a:p>
      </dsp:txBody>
      <dsp:txXfrm>
        <a:off x="0" y="0"/>
        <a:ext cx="4358346" cy="1419554"/>
      </dsp:txXfrm>
    </dsp:sp>
    <dsp:sp modelId="{255B7D70-0EC4-424B-BB26-E50CF4541FA8}">
      <dsp:nvSpPr>
        <dsp:cNvPr id="0" name=""/>
        <dsp:cNvSpPr/>
      </dsp:nvSpPr>
      <dsp:spPr>
        <a:xfrm>
          <a:off x="0" y="1419554"/>
          <a:ext cx="43583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F749F-37C6-A044-B5A8-E52F93867DCC}">
      <dsp:nvSpPr>
        <dsp:cNvPr id="0" name=""/>
        <dsp:cNvSpPr/>
      </dsp:nvSpPr>
      <dsp:spPr>
        <a:xfrm>
          <a:off x="0" y="141955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Pressure, flow, temperature, vibration, motor current, etc.</a:t>
          </a:r>
        </a:p>
      </dsp:txBody>
      <dsp:txXfrm>
        <a:off x="0" y="1419554"/>
        <a:ext cx="4358346" cy="1419554"/>
      </dsp:txXfrm>
    </dsp:sp>
    <dsp:sp modelId="{A0363E02-47B7-1A48-9B60-89D45331D2DD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2A3E3-6CDB-A84F-98A0-873CB9FFD43B}">
      <dsp:nvSpPr>
        <dsp:cNvPr id="0" name=""/>
        <dsp:cNvSpPr/>
      </dsp:nvSpPr>
      <dsp:spPr>
        <a:xfrm>
          <a:off x="0" y="2839109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Faults: bearing wear, clogging, valve stuck, sensor drift</a:t>
          </a:r>
        </a:p>
      </dsp:txBody>
      <dsp:txXfrm>
        <a:off x="0" y="2839109"/>
        <a:ext cx="4358346" cy="1419554"/>
      </dsp:txXfrm>
    </dsp:sp>
    <dsp:sp modelId="{22162A57-C6FD-DD49-B393-59909485400A}">
      <dsp:nvSpPr>
        <dsp:cNvPr id="0" name=""/>
        <dsp:cNvSpPr/>
      </dsp:nvSpPr>
      <dsp:spPr>
        <a:xfrm>
          <a:off x="0" y="4258664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2CC63-D765-F241-B237-90CDE759CE8A}">
      <dsp:nvSpPr>
        <dsp:cNvPr id="0" name=""/>
        <dsp:cNvSpPr/>
      </dsp:nvSpPr>
      <dsp:spPr>
        <a:xfrm>
          <a:off x="0" y="425866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Early detection prevents costly downtime and safety incidents</a:t>
          </a:r>
        </a:p>
      </dsp:txBody>
      <dsp:txXfrm>
        <a:off x="0" y="4258664"/>
        <a:ext cx="4358346" cy="14195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EBC2D-CDB9-1745-89BE-705BE7E62D54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822A2-931B-A84B-A496-72EF00F30303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4 specialized agents + Simulator, coordinated via MQTT</a:t>
          </a:r>
        </a:p>
      </dsp:txBody>
      <dsp:txXfrm>
        <a:off x="0" y="693"/>
        <a:ext cx="4358346" cy="1135366"/>
      </dsp:txXfrm>
    </dsp:sp>
    <dsp:sp modelId="{1BCD930B-0284-4242-933D-43D079F2D61F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F03E9-5605-C943-9C82-BD2F581324B6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Agent A: Threshold / Z-score anomaly detection</a:t>
          </a:r>
        </a:p>
      </dsp:txBody>
      <dsp:txXfrm>
        <a:off x="0" y="1136059"/>
        <a:ext cx="4358346" cy="1135366"/>
      </dsp:txXfrm>
    </dsp:sp>
    <dsp:sp modelId="{C213DD51-1251-0B4D-A61E-1557ECAF4F11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A6A67-A06B-CA41-8EE8-AD736339144A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Agent B: Rule-based + LLM (ReAct) diagnosis</a:t>
          </a:r>
        </a:p>
      </dsp:txBody>
      <dsp:txXfrm>
        <a:off x="0" y="2271426"/>
        <a:ext cx="4358346" cy="1135366"/>
      </dsp:txXfrm>
    </dsp:sp>
    <dsp:sp modelId="{E90C423A-4757-114F-8B70-596A9C8691C9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18343-CBE6-5641-BE5B-321B34D6DC15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Agent C: Ticket creation (GitHub Issues / local)</a:t>
          </a:r>
        </a:p>
      </dsp:txBody>
      <dsp:txXfrm>
        <a:off x="0" y="3406792"/>
        <a:ext cx="4358346" cy="1135366"/>
      </dsp:txXfrm>
    </dsp:sp>
    <dsp:sp modelId="{78017C93-827F-394F-B010-B73E71AAA115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8B185-D269-DA42-B21D-6CA025B37580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Agent D: Human review, feedback, Salesforce Case creation</a:t>
          </a:r>
        </a:p>
      </dsp:txBody>
      <dsp:txXfrm>
        <a:off x="0" y="4542159"/>
        <a:ext cx="4358346" cy="11353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217BD-39A5-0141-8A48-6A108B5E548A}">
      <dsp:nvSpPr>
        <dsp:cNvPr id="0" name=""/>
        <dsp:cNvSpPr/>
      </dsp:nvSpPr>
      <dsp:spPr>
        <a:xfrm>
          <a:off x="0" y="4657369"/>
          <a:ext cx="4358346" cy="10189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Vector index (sqlite-vec + sentence-transformers)</a:t>
          </a:r>
        </a:p>
      </dsp:txBody>
      <dsp:txXfrm>
        <a:off x="0" y="4657369"/>
        <a:ext cx="4358346" cy="1018918"/>
      </dsp:txXfrm>
    </dsp:sp>
    <dsp:sp modelId="{B592F554-762E-984A-95D3-D3D6343D73B5}">
      <dsp:nvSpPr>
        <dsp:cNvPr id="0" name=""/>
        <dsp:cNvSpPr/>
      </dsp:nvSpPr>
      <dsp:spPr>
        <a:xfrm rot="10800000">
          <a:off x="0" y="3105556"/>
          <a:ext cx="4358346" cy="156709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RAG: query similar diagnoses, alerts, feedback, rules</a:t>
          </a:r>
        </a:p>
      </dsp:txBody>
      <dsp:txXfrm rot="10800000">
        <a:off x="0" y="3105556"/>
        <a:ext cx="4358346" cy="1018252"/>
      </dsp:txXfrm>
    </dsp:sp>
    <dsp:sp modelId="{BBF08CAC-07B0-0440-A9B8-D1933EE37622}">
      <dsp:nvSpPr>
        <dsp:cNvPr id="0" name=""/>
        <dsp:cNvSpPr/>
      </dsp:nvSpPr>
      <dsp:spPr>
        <a:xfrm rot="10800000">
          <a:off x="0" y="1553743"/>
          <a:ext cx="4358346" cy="156709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Create from natural language (LLM) or flowchart upload (VLM)</a:t>
          </a:r>
        </a:p>
      </dsp:txBody>
      <dsp:txXfrm rot="10800000">
        <a:off x="0" y="1553743"/>
        <a:ext cx="4358346" cy="1018252"/>
      </dsp:txXfrm>
    </dsp:sp>
    <dsp:sp modelId="{0BD7713D-F6F1-3A49-86DF-88F9AE0BDFF4}">
      <dsp:nvSpPr>
        <dsp:cNvPr id="0" name=""/>
        <dsp:cNvSpPr/>
      </dsp:nvSpPr>
      <dsp:spPr>
        <a:xfrm rot="10800000">
          <a:off x="0" y="1930"/>
          <a:ext cx="4358346" cy="1567096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Rules stored in agent-diagnosis/rules/*.md</a:t>
          </a:r>
        </a:p>
      </dsp:txBody>
      <dsp:txXfrm rot="10800000">
        <a:off x="0" y="1930"/>
        <a:ext cx="4358346" cy="1018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Haoj1/Powerplant-Multi-Agent" TargetMode="External"/><Relationship Id="rId4" Type="http://schemas.openxmlformats.org/officeDocument/2006/relationships/hyperlink" Target="https://app.powerplantagent.com/revie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30940" y="3423023"/>
            <a:ext cx="360449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/>
            </a:pPr>
            <a:r>
              <a:rPr lang="en-US" sz="27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Multi-Agent Powerplant 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225" y="2333040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400"/>
            </a:pP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Real-time Anomaly Detection, Root Cause Analysis &amp; Human-in-the-Loop Review</a:t>
            </a: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1E7FFE0E-825E-B9F3-8FA1-97178F37F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8E1929-F681-1A43-8525-6486B7697FB5}"/>
              </a:ext>
            </a:extLst>
          </p:cNvPr>
          <p:cNvSpPr txBox="1"/>
          <p:nvPr/>
        </p:nvSpPr>
        <p:spPr>
          <a:xfrm>
            <a:off x="4943225" y="4785820"/>
            <a:ext cx="4577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Live demo</a:t>
            </a:r>
          </a:p>
          <a:p>
            <a:r>
              <a:rPr lang="en-US" dirty="0">
                <a:hlinkClick r:id="rId4"/>
              </a:rPr>
              <a:t>https://app.powerplantagent.com/review</a:t>
            </a:r>
            <a:endParaRPr lang="en-US" dirty="0"/>
          </a:p>
          <a:p>
            <a:r>
              <a:rPr lang="en-US" altLang="zh-CN" dirty="0" err="1"/>
              <a:t>Github</a:t>
            </a:r>
            <a:br>
              <a:rPr lang="en-US" altLang="zh-CN" dirty="0"/>
            </a:br>
            <a:r>
              <a:rPr lang="en-US" altLang="zh-CN" dirty="0">
                <a:hlinkClick r:id="rId5"/>
              </a:rPr>
              <a:t>https://github.com/Haoj1/Powerplant-Multi-Agent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C189E25-C333-618A-90F0-E1E0F49C9C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69236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Chose This Project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212249B-AADE-DAE9-7391-472D0AFD0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39311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Importance &amp; Motivation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B76A8CB-2B2D-6992-2D63-6F61075CDB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72714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ProblemSolve</a:t>
            </a:r>
            <a:endParaRPr lang="en-US" sz="4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74F2DD39-761F-54B3-4FA5-6BCFD1441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29897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6141" y="816273"/>
            <a:ext cx="2901990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Challenges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1795BE4-0CB7-D881-5C83-C6C0F4C20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09869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Domain: Industrial IoT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1C901CF-9605-926F-65F5-86A587F6E2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63726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Approach: Multi-Agent Pipeline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1F6941A-B135-A60D-2BA7-04601E37AA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07678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8320" y="1161288"/>
            <a:ext cx="2578608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320" y="2718054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• Simulator: Generates telemetry, injects faults (bearing_wear, clogging, etc.)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• MQTT: Message bus for telemetry, alerts, diagnosis, tickets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• Agents: Subscribe/publish, stateless, scalable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• Agent D Dashboard: React frontend for review, chat, scenarios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34819"/>
            <a:ext cx="5191506" cy="3088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3202" y="639520"/>
            <a:ext cx="301752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Simulator publishes telemetry to MQTT.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Agent A detects anomalies → alerts.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Agent B performs RCA → diagnosis.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Agent C creates tickets.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Agent D provides human review and feedback.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888607"/>
            <a:ext cx="5177790" cy="30807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A: Monitor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Subscribes to telemetry/*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Sliding window (60s/120s) features: mean, std, slope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Z-score anomaly detection per signal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Publishes </a:t>
            </a:r>
            <a:r>
              <a:rPr lang="en-US" sz="1900" dirty="0" err="1"/>
              <a:t>AlertEvent</a:t>
            </a:r>
            <a:r>
              <a:rPr lang="en-US" sz="1900" dirty="0"/>
              <a:t> with evidence to alerts/*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B: Diagnosis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Subscribes to alerts, fetches telemetry history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Rule-based + LLM (</a:t>
            </a:r>
            <a:r>
              <a:rPr lang="en-US" sz="1900" dirty="0" err="1"/>
              <a:t>ReAct</a:t>
            </a:r>
            <a:r>
              <a:rPr lang="en-US" sz="1900" dirty="0"/>
              <a:t>) for root cause analysis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Outputs: </a:t>
            </a:r>
            <a:r>
              <a:rPr lang="en-US" sz="1900" dirty="0" err="1"/>
              <a:t>root_cause</a:t>
            </a:r>
            <a:r>
              <a:rPr lang="en-US" sz="1900" dirty="0"/>
              <a:t>, confidence, </a:t>
            </a:r>
            <a:r>
              <a:rPr lang="en-US" sz="1900" dirty="0" err="1"/>
              <a:t>recommended_actions</a:t>
            </a:r>
            <a:r>
              <a:rPr lang="en-US" sz="1900" dirty="0"/>
              <a:t>, evidence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Rules: </a:t>
            </a:r>
            <a:r>
              <a:rPr lang="en-US" sz="1900" dirty="0" err="1"/>
              <a:t>bearing_wear</a:t>
            </a:r>
            <a:r>
              <a:rPr lang="en-US" sz="1900" dirty="0"/>
              <a:t>, clogging, </a:t>
            </a:r>
            <a:r>
              <a:rPr lang="en-US" sz="1900" dirty="0" err="1"/>
              <a:t>valve_stuck</a:t>
            </a:r>
            <a:r>
              <a:rPr lang="en-US" sz="1900" dirty="0"/>
              <a:t>, </a:t>
            </a:r>
            <a:r>
              <a:rPr lang="en-US" sz="1900" dirty="0" err="1"/>
              <a:t>sensor_drift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C: Ticket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Subscribes to diagnosis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Creates tickets (GitHub Issues or local API)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Publishes </a:t>
            </a:r>
            <a:r>
              <a:rPr lang="en-US" sz="1900" dirty="0" err="1"/>
              <a:t>ticket_id</a:t>
            </a:r>
            <a:r>
              <a:rPr lang="en-US" sz="1900" dirty="0"/>
              <a:t> to MQTT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Queues for Agent D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D: Review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Human review interface (approve / reject / edit)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Chat assistant with RAG (similar cases, rules, feedback)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Optional: Create Salesforce Case on approve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Scenario management: load, start, stop fault scenarios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759" y="3752849"/>
            <a:ext cx="2468166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100">
                <a:latin typeface="+mj-lt"/>
                <a:ea typeface="+mj-ea"/>
                <a:cs typeface="+mj-cs"/>
              </a:rPr>
              <a:t>Data Flow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rcRect t="9156" b="8865"/>
          <a:stretch>
            <a:fillRect/>
          </a:stretch>
        </p:blipFill>
        <p:spPr>
          <a:xfrm>
            <a:off x="20" y="308768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/>
              <a:t>Telemetry → Alerts → Diagnosis → Ticket → Feedback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/>
              <a:t>Each step adds structure and context.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/>
              <a:t>Feedback can update rules and thresholds.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MQTT Message Bus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Lightweight pub/sub for real-time streaming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Topics: telemetry/{asset}, alerts/{asset}, diagnosis/{asset}, tickets/{asset}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Decouples agents; each subscribes/publishes independently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</a:t>
            </a:r>
            <a:r>
              <a:rPr lang="en-US" sz="1900" dirty="0" err="1"/>
              <a:t>Mosquitto</a:t>
            </a:r>
            <a:r>
              <a:rPr lang="en-US" sz="1900" dirty="0"/>
              <a:t> broker (Docker or standalone)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Simulator &amp; Fault Injection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Models pump/piping/bearing subsystem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Fault types: </a:t>
            </a:r>
            <a:r>
              <a:rPr lang="en-US" sz="1900" dirty="0" err="1"/>
              <a:t>bearing_wear</a:t>
            </a:r>
            <a:r>
              <a:rPr lang="en-US" sz="1900" dirty="0"/>
              <a:t>, clogging, </a:t>
            </a:r>
            <a:r>
              <a:rPr lang="en-US" sz="1900" dirty="0" err="1"/>
              <a:t>valve_stuck</a:t>
            </a:r>
            <a:r>
              <a:rPr lang="en-US" sz="1900" dirty="0"/>
              <a:t>, </a:t>
            </a:r>
            <a:r>
              <a:rPr lang="en-US" sz="1900" dirty="0" err="1"/>
              <a:t>sensor_drift</a:t>
            </a: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JSON-driven scenarios, reproducible with seed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Optional: 3D visualization + VLM for multimodal diagnosis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96412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Supported Fault Types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</a:t>
            </a:r>
            <a:r>
              <a:rPr lang="en-US" sz="1900" dirty="0" err="1"/>
              <a:t>bearing_wear</a:t>
            </a:r>
            <a:r>
              <a:rPr lang="en-US" sz="1900" dirty="0"/>
              <a:t>: Gradual increase in vibration, bearing temp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clogging: Flow drops, pressure rises, current increases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</a:t>
            </a:r>
            <a:r>
              <a:rPr lang="en-US" sz="1900" dirty="0" err="1"/>
              <a:t>valve_stuck</a:t>
            </a:r>
            <a:r>
              <a:rPr lang="en-US" sz="1900" dirty="0"/>
              <a:t>: Valve position unchanged, flow unresponsive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900" dirty="0"/>
              <a:t>• </a:t>
            </a:r>
            <a:r>
              <a:rPr lang="en-US" sz="1900" dirty="0" err="1"/>
              <a:t>sensor_drift</a:t>
            </a:r>
            <a:r>
              <a:rPr lang="en-US" sz="1900" dirty="0"/>
              <a:t>: Single sensor offset, others consistent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759" y="3752849"/>
            <a:ext cx="2468166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100">
                <a:latin typeface="+mj-lt"/>
                <a:ea typeface="+mj-ea"/>
                <a:cs typeface="+mj-cs"/>
              </a:rPr>
              <a:t>Agent D Dashboard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42871-8C94-1543-AB2F-39F81BB0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5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600" dirty="0"/>
              <a:t>• Review Queue: Pending diagnoses, approve/reject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600" dirty="0"/>
              <a:t>• Alerts: View, regenerate diagnosis, add to queue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759" y="3752849"/>
            <a:ext cx="2468166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100">
                <a:latin typeface="+mj-lt"/>
                <a:ea typeface="+mj-ea"/>
                <a:cs typeface="+mj-cs"/>
              </a:rPr>
              <a:t>Agent D Dashboard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3DED87-E8FE-6D4C-9250-709A52B6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5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600" dirty="0"/>
              <a:t>• Review Queue: Pending diagnoses, approve/reject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8101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3202" y="639520"/>
            <a:ext cx="257175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D Dashboard Features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3202" y="2807208"/>
            <a:ext cx="301752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600" dirty="0"/>
              <a:t>• </a:t>
            </a:r>
            <a:r>
              <a:rPr lang="en-US" sz="2400" dirty="0"/>
              <a:t>Sensors: Real-time telemetry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186D1-217C-444F-901D-0E1C31D80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043941"/>
            <a:ext cx="5177790" cy="27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9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759" y="3752849"/>
            <a:ext cx="2468166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100">
                <a:latin typeface="+mj-lt"/>
                <a:ea typeface="+mj-ea"/>
                <a:cs typeface="+mj-cs"/>
              </a:rPr>
              <a:t>Agent D Dashboard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97FCA0-2526-BA4A-94E7-803BDE4A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5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1600" dirty="0"/>
              <a:t>• Chat: </a:t>
            </a:r>
            <a:r>
              <a:rPr lang="en-US" sz="1600" dirty="0" err="1"/>
              <a:t>ReAct</a:t>
            </a:r>
            <a:r>
              <a:rPr lang="en-US" sz="1600" dirty="0"/>
              <a:t> assistant with RAG tools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9968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D8B4B9-8DE9-914E-94A8-03A4ECAF4F0B}"/>
              </a:ext>
            </a:extLst>
          </p:cNvPr>
          <p:cNvSpPr txBox="1"/>
          <p:nvPr/>
        </p:nvSpPr>
        <p:spPr>
          <a:xfrm>
            <a:off x="479161" y="3577456"/>
            <a:ext cx="8182230" cy="16878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Scenarios: Load/start/stop simulator and trigger alarm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endParaRPr lang="en-US" sz="2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 new rules using natural language or upload a flowchart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FC78F-23CF-B449-9F6C-DA74DFFB3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277"/>
          <a:stretch>
            <a:fillRect/>
          </a:stretch>
        </p:blipFill>
        <p:spPr>
          <a:xfrm>
            <a:off x="696247" y="405401"/>
            <a:ext cx="7405671" cy="3158650"/>
          </a:xfrm>
          <a:prstGeom prst="rect">
            <a:avLst/>
          </a:prstGeom>
        </p:spPr>
      </p:pic>
      <p:sp>
        <p:nvSpPr>
          <p:cNvPr id="3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550905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2457" y="749495"/>
            <a:ext cx="6844618" cy="9508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774843" y="497234"/>
            <a:ext cx="7886700" cy="128654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endParaRPr lang="en-US" sz="45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477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80060" y="4419600"/>
            <a:ext cx="8181594" cy="1203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 new rules using natural language or upload a flowchart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445146-7861-5845-AD59-9213268F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07" r="20983" b="1"/>
          <a:stretch>
            <a:fillRect/>
          </a:stretch>
        </p:blipFill>
        <p:spPr>
          <a:xfrm>
            <a:off x="4" y="-11"/>
            <a:ext cx="4571996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ED4FD0-4305-B04E-AF27-E93264A27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17" r="20423" b="2"/>
          <a:stretch>
            <a:fillRect/>
          </a:stretch>
        </p:blipFill>
        <p:spPr>
          <a:xfrm>
            <a:off x="4514850" y="12"/>
            <a:ext cx="4629146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5598439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75342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14325" y="745022"/>
            <a:ext cx="3528354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Troubleshooting Rules &amp; RAG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5A4C1B8-D887-E3DB-3E6B-F4A5C63F7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42364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12DF30-5C96-46A5-81A0-341076AFC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44E6C6-920F-4AC8-83F4-7F94687E7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3504" y="4241014"/>
            <a:ext cx="7934548" cy="1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Salesforce Integration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DE60DE-A968-4121-AFBB-E1A35832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378010" y="378239"/>
            <a:ext cx="2151670" cy="1395192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467C38-3593-435B-8852-5CFF00FBF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29EC23-B12D-440F-851D-188AB8A80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080C5B-B10E-4C97-B3DD-97CFBF5E8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C2843D-B312-4705-B377-1141FF684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7FED1A3-8EB0-7441-AB55-D151A46D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280545"/>
            <a:ext cx="3716020" cy="1988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6153" y="660767"/>
            <a:ext cx="3771900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>
                <a:solidFill>
                  <a:schemeClr val="tx2"/>
                </a:solidFill>
              </a:rPr>
              <a:t>On approve: optionally create Salesforce Case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>
                <a:solidFill>
                  <a:schemeClr val="tx2"/>
                </a:solidFill>
              </a:rPr>
              <a:t>Pre-filled form: Subject, Description, Priority, Status, etc.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>
                <a:solidFill>
                  <a:schemeClr val="tx2"/>
                </a:solidFill>
              </a:rPr>
              <a:t>Picklist values fetched from Salesforce org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 err="1">
                <a:solidFill>
                  <a:schemeClr val="tx2"/>
                </a:solidFill>
              </a:rPr>
              <a:t>TicketConnector</a:t>
            </a:r>
            <a:r>
              <a:rPr lang="en-US" sz="1600" dirty="0">
                <a:solidFill>
                  <a:schemeClr val="tx2"/>
                </a:solidFill>
              </a:rPr>
              <a:t> interface for extensibility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E22CE9-7281-4287-84CA-AE7F80310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123562" y="3839134"/>
            <a:ext cx="3017308" cy="3018865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B7187AB-AC55-4912-943A-8EB2DA74B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7A5046-6B7A-4C74-834D-26B12A3CC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75BB57-CAD0-46E7-ACCA-C4193784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936F17-A396-40BC-9A97-9B0A72A91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Backend: Python 3.11, FastAPI, pydantic</a:t>
            </a:r>
          </a:p>
          <a:p>
            <a:pPr>
              <a:spcAft>
                <a:spcPts val="1200"/>
              </a:spcAft>
              <a:defRPr sz="1800"/>
            </a:pPr>
            <a:r>
              <a:t>• Message bus: MQTT (Mosquitto)</a:t>
            </a:r>
          </a:p>
          <a:p>
            <a:pPr>
              <a:spcAft>
                <a:spcPts val="1200"/>
              </a:spcAft>
              <a:defRPr sz="1800"/>
            </a:pPr>
            <a:r>
              <a:t>• LLM: LangChain, LangGraph, OpenAI/DeepSeek</a:t>
            </a:r>
          </a:p>
          <a:p>
            <a:pPr>
              <a:spcAft>
                <a:spcPts val="1200"/>
              </a:spcAft>
              <a:defRPr sz="1800"/>
            </a:pPr>
            <a:r>
              <a:t>• Frontend: React, Vite</a:t>
            </a:r>
          </a:p>
          <a:p>
            <a:pPr>
              <a:spcAft>
                <a:spcPts val="1200"/>
              </a:spcAft>
              <a:defRPr sz="1800"/>
            </a:pPr>
            <a:r>
              <a:t>• RAG: sqlite-vec, sentence-transformers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Flow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1. Start MQTT, Simulator, Agents A/B/C/D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2. Load fault scenario (e.g., bearing_wear)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3. Simulator injects fault → Agent A detects → Agent B diagnoses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4. Agent C creates ticket → appears in Review Queue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5. Human approves, optionally creates Salesforce Case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Human-in-the-Loop Design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Agent D requires human approval before ticket closure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Approve / Reject / Edit with notes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Optional: Create Salesforce Case on approve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Feedback feeds back into rules and RAG for improvement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Benefits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End-to-end automated pipeline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Explainable diagnosis with evidence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Human-in-the-loop for safety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Extensible (rules, RAG, Salesforce)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Reproducible scenarios for evaluation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96412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Evaluation &amp; Metrics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Detection latency: fault injection → first alert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Precision/recall: event-level (</a:t>
            </a:r>
            <a:r>
              <a:rPr lang="en-US" sz="1900" dirty="0" err="1"/>
              <a:t>truth.fault</a:t>
            </a:r>
            <a:r>
              <a:rPr lang="en-US" sz="1900" dirty="0"/>
              <a:t> != one)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Ticket creation latency: diagnosis → ticket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False positive rate (planned)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Evaluation metrics: precision, recall, latency</a:t>
            </a:r>
          </a:p>
          <a:p>
            <a:pPr>
              <a:spcAft>
                <a:spcPts val="1200"/>
              </a:spcAft>
              <a:defRPr sz="1800"/>
            </a:pPr>
            <a:r>
              <a:t>• Fine-tuning LLM on diagnosis data</a:t>
            </a:r>
          </a:p>
          <a:p>
            <a:pPr>
              <a:spcAft>
                <a:spcPts val="1200"/>
              </a:spcAft>
              <a:defRPr sz="1800"/>
            </a:pPr>
            <a:r>
              <a:t>• Multi-asset dashboard enhancements</a:t>
            </a:r>
          </a:p>
          <a:p>
            <a:pPr>
              <a:spcAft>
                <a:spcPts val="1200"/>
              </a:spcAft>
              <a:defRPr sz="1800"/>
            </a:pPr>
            <a:r>
              <a:t>• Grafana integration for metrics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Multi-agent system for powerplant monitoring</a:t>
            </a:r>
          </a:p>
          <a:p>
            <a:pPr>
              <a:spcAft>
                <a:spcPts val="1200"/>
              </a:spcAft>
              <a:defRPr sz="1800"/>
            </a:pPr>
            <a:r>
              <a:t>• Real-time anomaly detection → RCA → ticket → human review</a:t>
            </a:r>
          </a:p>
          <a:p>
            <a:pPr>
              <a:spcAft>
                <a:spcPts val="1200"/>
              </a:spcAft>
              <a:defRPr sz="1800"/>
            </a:pPr>
            <a:r>
              <a:t>• Combines rules, LLM, RAG, and external integrations</a:t>
            </a:r>
          </a:p>
          <a:p>
            <a:pPr>
              <a:spcAft>
                <a:spcPts val="1200"/>
              </a:spcAft>
              <a:defRPr sz="1800"/>
            </a:pPr>
            <a:r>
              <a:t>• Practical, extensible, and explainable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1245</Words>
  <Application>Microsoft Macintosh PowerPoint</Application>
  <PresentationFormat>On-screen Show (4:3)</PresentationFormat>
  <Paragraphs>159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HAOJI BIAN</cp:lastModifiedBy>
  <cp:revision>9</cp:revision>
  <dcterms:created xsi:type="dcterms:W3CDTF">2013-01-27T09:14:16Z</dcterms:created>
  <dcterms:modified xsi:type="dcterms:W3CDTF">2026-02-24T22:37:59Z</dcterms:modified>
  <cp:category/>
</cp:coreProperties>
</file>